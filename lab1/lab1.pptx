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g" ContentType="image/jpe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commentAuthors.xml" ContentType="application/vnd.openxmlformats-officedocument.presentationml.commentAuthors+xml"/>
  <Override PartName="/ppt/comments/comment2.xml" ContentType="application/vnd.openxmlformats-officedocument.presentationml.comments+xml"/>
  <Override PartName="/ppt/comments/comment1.xml" ContentType="application/vnd.openxmlformats-officedocument.presentationml.comments+xml"/>
  <Override PartName="/ppt/notesSlides/notesSlide1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.xml" ContentType="application/vnd.openxmlformats-officedocument.presentationml.notes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6.xml" ContentType="application/vnd.openxmlformats-officedocument.presentationml.slide+xml"/>
  <Override PartName="/ppt/slides/slide3.xml" ContentType="application/vnd.openxmlformats-officedocument.presentationml.slide+xml"/>
  <Override PartName="/ppt/slideLayouts/slideLayout33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27.xml" ContentType="application/vnd.openxmlformats-officedocument.presentationml.slideLayout+xml"/>
  <Override PartName="/ppt/notesSlides/notesSlide9.xml" ContentType="application/vnd.openxmlformats-officedocument.presentationml.notesSlide+xml"/>
  <Override PartName="/ppt/slideLayouts/slideLayout2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s/slide2.xml" ContentType="application/vnd.openxmlformats-officedocument.presentationml.slide+xml"/>
  <Override PartName="/ppt/slideLayouts/slideLayout16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7.xml" ContentType="application/vnd.openxmlformats-officedocument.presentationml.notesSlide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Masters/slideMaster2.xml" ContentType="application/vnd.openxmlformats-officedocument.presentationml.slideMaster+xml"/>
  <Override PartName="/ppt/notesSlides/notesSlide2.xml" ContentType="application/vnd.openxmlformats-officedocument.presentationml.notesSlid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Layouts/slideLayout6.xml" ContentType="application/vnd.openxmlformats-officedocument.presentationml.slideLayout+xml"/>
  <Override PartName="/ppt/slides/slide8.xml" ContentType="application/vnd.openxmlformats-officedocument.presentationml.slide+xml"/>
  <Override PartName="/docProps/app.xml" ContentType="application/vnd.openxmlformats-officedocument.extended-properties+xml"/>
  <Override PartName="/ppt/slides/slide4.xml" ContentType="application/vnd.openxmlformats-officedocument.presentationml.slide+xml"/>
  <Override PartName="/docProps/core.xml" ContentType="application/vnd.openxmlformats-package.core-properti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notesSlides/notesSlide8.xml" ContentType="application/vnd.openxmlformats-officedocument.presentationml.notesSlide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slides/slide5.xml" ContentType="application/vnd.openxmlformats-officedocument.presentationml.slide+xml"/>
  <Override PartName="/ppt/presentation.xml" ContentType="application/vnd.openxmlformats-officedocument.presentationml.presentation.main+xml"/>
  <Override PartName="/ppt/tableStyles.xml" ContentType="application/vnd.openxmlformats-officedocument.presentationml.tableStyles+xml"/>
  <Override PartName="/ppt/slideLayouts/slideLayout25.xml" ContentType="application/vnd.openxmlformats-officedocument.presentationml.slideLayout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embedTrueTypeFonts="1" saveSubsetFonts="1" strictFirstAndLastChars="0">
  <p:sldMasterIdLst>
    <p:sldMasterId id="2147483648" r:id="rId1"/>
    <p:sldMasterId id="2147483660" r:id="rId2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9144000" cy="5143500"/>
  <p:notesSz cx="6858000" cy="9144000"/>
  <p:defaultTextStyle>
    <a:defPPr marR="0" lvl="0" algn="l">
      <a:lnSpc>
        <a:spcPct val="100000"/>
      </a:lnSpc>
      <a:spcBef>
        <a:spcPts val="0"/>
      </a:spcBef>
      <a:spcAft>
        <a:spcPts val="0"/>
      </a:spcAft>
    </a:defPPr>
    <a:lvl1pPr marR="0" lv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gtofobe" initials="R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F881D1D8-8919-4FED-BC73-B33F8442779F}">
  <a:tblStyle styleId="{F881D1D8-8919-4FED-BC73-B33F8442779F}" styleName="Table_0">
    <a:wholeTbl>
      <a:tcTxStyle>
        <a:srgbClr val="000000"/>
      </a:tcTxStyle>
      <a:tcStyle>
        <a:tcBdr>
          <a:left>
            <a:ln w="9525">
              <a:solidFill>
                <a:srgbClr val="9E9E9E"/>
              </a:solidFill>
            </a:ln>
          </a:left>
          <a:right>
            <a:ln w="9525">
              <a:solidFill>
                <a:srgbClr val="9E9E9E"/>
              </a:solidFill>
            </a:ln>
          </a:right>
          <a:top>
            <a:ln w="9525">
              <a:solidFill>
                <a:srgbClr val="9E9E9E"/>
              </a:solidFill>
            </a:ln>
          </a:top>
          <a:bottom>
            <a:ln w="9525">
              <a:solidFill>
                <a:srgbClr val="9E9E9E"/>
              </a:solidFill>
            </a:ln>
          </a:bottom>
          <a:insideH>
            <a:ln w="9525">
              <a:solidFill>
                <a:srgbClr val="9E9E9E"/>
              </a:solidFill>
            </a:ln>
          </a:insideH>
          <a:insideV>
            <a:ln w="9525">
              <a:solidFill>
                <a:srgbClr val="9E9E9E"/>
              </a:solidFill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theme" Target="theme/theme1.xml"/><Relationship Id="rId4" Type="http://schemas.openxmlformats.org/officeDocument/2006/relationships/theme" Target="theme/theme2.xml"/><Relationship Id="rId5" Type="http://schemas.openxmlformats.org/officeDocument/2006/relationships/theme" Target="theme/theme3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 /><Relationship Id="rId18" Type="http://schemas.openxmlformats.org/officeDocument/2006/relationships/tableStyles" Target="tableStyles.xml" /><Relationship Id="rId19" Type="http://schemas.openxmlformats.org/officeDocument/2006/relationships/viewProps" Target="viewProps.xml" /><Relationship Id="rId20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m authorId="1" dt="2025-10-09T19:27:46Z" idx="1">
    <p:pos x="6000" y="0"/>
    <p:text>Предметная область — процесс погашения кредитной задолженности заемщиками банка.
В кредитном отделе ведётся учет кредитных договоров и платежей заемщиков.
Проблемы текущего состояния:
Отсутствие единой системы учета выплат;
Сложный поиск договоров;
Неудобный контроль задолженностей и начислений пени.</p:text>
    <p:extLst>
      <p:ext uri="{19B8F6BF-5375-455C-9EA6-DF929625EA0E}">
        <p15:presenceInfo xmlns:p15="http://schemas.microsoft.com/office/powerpoint/2012/main" userId="teamlab_data:0;1;0;1;8;Rgtofobe;2;1;0;4;38;{000100CD-00CB-44CD-BEB2-0005001900E1};" providerId="AD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m authorId="1" dt="2025-10-09T19:47:49Z" idx="2">
    <p:pos x="6000" y="0"/>
    <p:text>Методология:
Метод контекстных диаграмм (DFD — Data Flow Diagram).
Средства проектирования:
CASE-средство CA ERwin Process Modeler (или аналог — Draw.io, Lucidchart).
Подход:
Построение диаграмм потоков данных.
Выявление связей между внешними сущностями, процессами и накопителями данных.
Анализ потоков входных и выходных данных.</p:text>
    <p:extLst>
      <p:ext uri="{19B8F6BF-5375-455C-9EA6-DF929625EA0E}">
        <p15:presenceInfo xmlns:p15="http://schemas.microsoft.com/office/powerpoint/2012/main" userId="teamlab_data:0;1;0;1;8;Rgtofobe;2;1;0;4;38;{00320093-0034-4663-B551-00440009002C};" providerId="AD"/>
      </p:ext>
    </p:extLst>
  </p:cm>
</p:cmLst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47732901" name="Google Shape;3;n"/>
          <p:cNvSpPr/>
          <p:nvPr>
            <p:ph type="sldImg" idx="2"/>
          </p:nvPr>
        </p:nvSpPr>
        <p:spPr bwMode="auto"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25962101" name="Google Shape;4;n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pPr>
              <a:defRPr/>
            </a:pPr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>
      <a:lnSpc>
        <a:spcPct val="100000"/>
      </a:lnSpc>
      <a:spcBef>
        <a:spcPts val="0"/>
      </a:spcBef>
      <a:spcAft>
        <a:spcPts val="0"/>
      </a:spcAft>
    </a:defPPr>
    <a:lvl1pPr marR="0" lv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1pPr>
    <a:lvl2pPr marR="0" lvl="1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2pPr>
    <a:lvl3pPr marR="0" lvl="2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3pPr>
    <a:lvl4pPr marR="0" lvl="3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4pPr>
    <a:lvl5pPr marR="0" lvl="4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5pPr>
    <a:lvl6pPr marR="0" lvl="5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6pPr>
    <a:lvl7pPr marR="0" lvl="6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7pPr>
    <a:lvl8pPr marR="0" lvl="7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8pPr>
    <a:lvl9pPr marR="0" lvl="8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9152618" name="Google Shape;197;g38ac66d765c_6_123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913802337" name="Google Shape;198;g38ac66d765c_6_123:notes"/>
          <p:cNvSpPr/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433434" name="Google Shape;204;g38ac66d765c_6_159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647195779" name="Google Shape;205;g38ac66d765c_6_159:notes"/>
          <p:cNvSpPr/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8325861" name="Google Shape;212;g38ac66d765c_6_139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674828436" name="Google Shape;213;g38ac66d765c_6_139:notes"/>
          <p:cNvSpPr/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7380348" name="Google Shape;222;g38ac66d765c_6_154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37398597" name="Google Shape;223;g38ac66d765c_6_154:notes"/>
          <p:cNvSpPr/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7756372" name="Google Shape;236;g38ad8432639_2_18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1557165" name="Google Shape;237;g38ad8432639_2_18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0809738" name="Google Shape;250;g38ac66d765c_6_165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2011273530" name="Google Shape;251;g38ac66d765c_6_165:notes"/>
          <p:cNvSpPr/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04741369" name="Google Shape;265;g38ad8432639_2_0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15205022" name="Google Shape;266;g38ad8432639_2_0:notes"/>
          <p:cNvSpPr/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30479918" name="Google Shape;258;g38ad8432639_1_0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2411320" name="Google Shape;259;g38ad8432639_1_0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9422278" name="Google Shape;273;g38ad8432639_2_43:notes"/>
          <p:cNvSpPr/>
          <p:nvPr>
            <p:ph type="sldImg" idx="2"/>
          </p:nvPr>
        </p:nvSpPr>
        <p:spPr bwMode="auto"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8253344" name="Google Shape;274;g38ad8432639_2_43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MasterSp="0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4560760" name="Google Shape;280;g38ac66d765c_6_211:notes"/>
          <p:cNvSpPr txBox="1"/>
          <p:nvPr>
            <p:ph type="body" idx="1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988935013" name="Google Shape;281;g38ac66d765c_6_211:notes"/>
          <p:cNvSpPr/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fill="norm" stroke="1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g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6.jpg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jpg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jpg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jpg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2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9.jpg"/></Relationships>
</file>

<file path=ppt/slideLayouts/_rels/slideLayout2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jpg"/></Relationships>
</file>

<file path=ppt/slideLayouts/_rels/slideLayout2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slide" preserve="0" showMasterPhAnim="0" showMasterSp="1" type="title" userDrawn="1">
  <p:cSld name="TITL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0201920" name="Google Shape;10;p2"/>
          <p:cNvSpPr txBox="1"/>
          <p:nvPr>
            <p:ph type="ctrTitle"/>
          </p:nvPr>
        </p:nvSpPr>
        <p:spPr bwMode="auto"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pPr>
              <a:defRPr/>
            </a:pPr>
            <a:endParaRPr/>
          </a:p>
        </p:txBody>
      </p:sp>
      <p:sp>
        <p:nvSpPr>
          <p:cNvPr id="828339115" name="Google Shape;11;p2"/>
          <p:cNvSpPr txBox="1"/>
          <p:nvPr>
            <p:ph type="subTitle" idx="1"/>
          </p:nvPr>
        </p:nvSpPr>
        <p:spPr bwMode="auto"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pPr>
              <a:defRPr/>
            </a:pPr>
            <a:endParaRPr/>
          </a:p>
        </p:txBody>
      </p:sp>
      <p:sp>
        <p:nvSpPr>
          <p:cNvPr id="963628184" name="Google Shape;12;p2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ection header" preserve="0" showMasterPhAnim="0" showMasterSp="1" type="secHead" userDrawn="1">
  <p:cSld name="SECTION_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7304918" name="Google Shape;14;p3"/>
          <p:cNvSpPr txBox="1"/>
          <p:nvPr>
            <p:ph type="title"/>
          </p:nvPr>
        </p:nvSpPr>
        <p:spPr bwMode="auto"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pPr>
              <a:defRPr/>
            </a:pPr>
            <a:endParaRPr/>
          </a:p>
        </p:txBody>
      </p:sp>
      <p:sp>
        <p:nvSpPr>
          <p:cNvPr id="1902547717" name="Google Shape;15;p3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body" preserve="0" showMasterPhAnim="0" showMasterSp="1" type="tx" userDrawn="1">
  <p:cSld name="TITLE_AND_BOD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1060132" name="Google Shape;17;p4"/>
          <p:cNvSpPr txBox="1"/>
          <p:nvPr>
            <p:ph type="title"/>
          </p:nvPr>
        </p:nvSpPr>
        <p:spPr bwMode="auto"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49499743" name="Google Shape;18;p4"/>
          <p:cNvSpPr txBox="1"/>
          <p:nvPr>
            <p:ph type="body" idx="1"/>
          </p:nvPr>
        </p:nvSpPr>
        <p:spPr bwMode="auto"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70151439" name="Google Shape;19;p4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and two columns" preserve="0" showMasterPhAnim="0" showMasterSp="1" type="twoColTx" userDrawn="1">
  <p:cSld name="TITLE_AND_TWO_COLUMN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3346889" name="Google Shape;21;p5"/>
          <p:cNvSpPr txBox="1"/>
          <p:nvPr>
            <p:ph type="title"/>
          </p:nvPr>
        </p:nvSpPr>
        <p:spPr bwMode="auto"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28503823" name="Google Shape;22;p5"/>
          <p:cNvSpPr txBox="1"/>
          <p:nvPr>
            <p:ph type="body" idx="1"/>
          </p:nvPr>
        </p:nvSpPr>
        <p:spPr bwMode="auto"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2131601526" name="Google Shape;23;p5"/>
          <p:cNvSpPr txBox="1"/>
          <p:nvPr>
            <p:ph type="body" idx="2"/>
          </p:nvPr>
        </p:nvSpPr>
        <p:spPr bwMode="auto">
          <a:xfrm>
            <a:off x="4832399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417721734" name="Google Shape;24;p5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Title only" preserve="0" showMasterPhAnim="0" showMasterSp="1" type="titleOnly" userDrawn="1">
  <p:cSld name="TITLE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3986702" name="Google Shape;26;p6"/>
          <p:cNvSpPr txBox="1"/>
          <p:nvPr>
            <p:ph type="title"/>
          </p:nvPr>
        </p:nvSpPr>
        <p:spPr bwMode="auto"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26339278" name="Google Shape;27;p6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One column text" preserve="0" showMasterPhAnim="0" showMasterSp="1" userDrawn="1">
  <p:cSld name="ONE_COLUMN_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2473127" name="Google Shape;29;p7"/>
          <p:cNvSpPr txBox="1"/>
          <p:nvPr>
            <p:ph type="title"/>
          </p:nvPr>
        </p:nvSpPr>
        <p:spPr bwMode="auto"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pPr>
              <a:defRPr/>
            </a:pPr>
            <a:endParaRPr/>
          </a:p>
        </p:txBody>
      </p:sp>
      <p:sp>
        <p:nvSpPr>
          <p:cNvPr id="1810843977" name="Google Shape;30;p7"/>
          <p:cNvSpPr txBox="1"/>
          <p:nvPr>
            <p:ph type="body" idx="1"/>
          </p:nvPr>
        </p:nvSpPr>
        <p:spPr bwMode="auto"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pPr>
              <a:defRPr/>
            </a:pPr>
            <a:endParaRPr/>
          </a:p>
        </p:txBody>
      </p:sp>
      <p:sp>
        <p:nvSpPr>
          <p:cNvPr id="2064982534" name="Google Shape;31;p7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Main point" preserve="0" showMasterPhAnim="0" showMasterSp="1" userDrawn="1">
  <p:cSld name="MAIN_POI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1015803" name="Google Shape;33;p8"/>
          <p:cNvSpPr txBox="1"/>
          <p:nvPr>
            <p:ph type="title"/>
          </p:nvPr>
        </p:nvSpPr>
        <p:spPr bwMode="auto"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pPr>
              <a:defRPr/>
            </a:pPr>
            <a:endParaRPr/>
          </a:p>
        </p:txBody>
      </p:sp>
      <p:sp>
        <p:nvSpPr>
          <p:cNvPr id="1946501169" name="Google Shape;34;p8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Section title and description" preserve="0" showMasterPhAnim="0" showMasterSp="1" userDrawn="1">
  <p:cSld name="SECTION_TITLE_AND_DESCRI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975475" name="Google Shape;36;p9"/>
          <p:cNvSpPr/>
          <p:nvPr/>
        </p:nvSpPr>
        <p:spPr bwMode="auto"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657209244" name="Google Shape;37;p9"/>
          <p:cNvSpPr txBox="1"/>
          <p:nvPr>
            <p:ph type="title"/>
          </p:nvPr>
        </p:nvSpPr>
        <p:spPr bwMode="auto">
          <a:xfrm>
            <a:off x="265500" y="1233175"/>
            <a:ext cx="4045199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pPr>
              <a:defRPr/>
            </a:pPr>
            <a:endParaRPr/>
          </a:p>
        </p:txBody>
      </p:sp>
      <p:sp>
        <p:nvSpPr>
          <p:cNvPr id="1409190037" name="Google Shape;38;p9"/>
          <p:cNvSpPr txBox="1"/>
          <p:nvPr>
            <p:ph type="subTitle" idx="1"/>
          </p:nvPr>
        </p:nvSpPr>
        <p:spPr bwMode="auto">
          <a:xfrm>
            <a:off x="265500" y="2803075"/>
            <a:ext cx="4045199" cy="123509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pPr>
              <a:defRPr/>
            </a:pPr>
            <a:endParaRPr/>
          </a:p>
        </p:txBody>
      </p:sp>
      <p:sp>
        <p:nvSpPr>
          <p:cNvPr id="1262019582" name="Google Shape;39;p9"/>
          <p:cNvSpPr txBox="1"/>
          <p:nvPr>
            <p:ph type="body" idx="2"/>
          </p:nvPr>
        </p:nvSpPr>
        <p:spPr bwMode="auto"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25871801" name="Google Shape;40;p9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aption" preserve="0" showMasterPhAnim="0" showMasterSp="1" userDrawn="1">
  <p:cSld name="CAPTION_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3991035" name="Google Shape;42;p10"/>
          <p:cNvSpPr txBox="1"/>
          <p:nvPr>
            <p:ph type="body" idx="1"/>
          </p:nvPr>
        </p:nvSpPr>
        <p:spPr bwMode="auto"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895769671" name="Google Shape;43;p10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ig number" preserve="0" showMasterPhAnim="0" showMasterSp="1" userDrawn="1">
  <p:cSld name="BIG_NUMB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6010936" name="Google Shape;45;p11"/>
          <p:cNvSpPr txBox="1"/>
          <p:nvPr>
            <p:ph type="title" hasCustomPrompt="1"/>
          </p:nvPr>
        </p:nvSpPr>
        <p:spPr bwMode="auto"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pPr>
              <a:defRPr/>
            </a:pPr>
            <a:r>
              <a:rPr/>
              <a:t>xx%</a:t>
            </a:r>
            <a:endParaRPr/>
          </a:p>
        </p:txBody>
      </p:sp>
      <p:sp>
        <p:nvSpPr>
          <p:cNvPr id="1388434001" name="Google Shape;46;p11"/>
          <p:cNvSpPr txBox="1"/>
          <p:nvPr>
            <p:ph type="body" idx="1"/>
          </p:nvPr>
        </p:nvSpPr>
        <p:spPr bwMode="auto"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59952384" name="Google Shape;47;p11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Blank" preserve="0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1955940" name="Google Shape;49;p12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1_Title Slide" preserve="0" showMasterPhAnim="0" showMasterSp="1" userDrawn="1">
  <p:cSld name="1_Title Slide">
    <p:bg>
      <p:bgPr shadeToTitle="0">
        <a:blipFill>
          <a:blip r:embed="rId2">
            <a:alphaModFix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6256322" name="Google Shape;57;p14"/>
          <p:cNvSpPr txBox="1"/>
          <p:nvPr/>
        </p:nvSpPr>
        <p:spPr bwMode="auto">
          <a:xfrm>
            <a:off x="5098416" y="490274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98694730" name="Google Shape;58;p14"/>
          <p:cNvSpPr txBox="1"/>
          <p:nvPr/>
        </p:nvSpPr>
        <p:spPr bwMode="auto">
          <a:xfrm>
            <a:off x="5910801" y="427238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27665120" name="Google Shape;59;p14"/>
          <p:cNvSpPr txBox="1"/>
          <p:nvPr/>
        </p:nvSpPr>
        <p:spPr bwMode="auto">
          <a:xfrm>
            <a:off x="5098416" y="490274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6876703" name="Google Shape;60;p14"/>
          <p:cNvSpPr txBox="1"/>
          <p:nvPr/>
        </p:nvSpPr>
        <p:spPr bwMode="auto">
          <a:xfrm>
            <a:off x="5910801" y="427238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616592153" name="Google Shape;61;p14"/>
          <p:cNvSpPr txBox="1"/>
          <p:nvPr>
            <p:ph type="title"/>
          </p:nvPr>
        </p:nvSpPr>
        <p:spPr bwMode="auto"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53459776" name="Google Shape;62;p14"/>
          <p:cNvSpPr txBox="1"/>
          <p:nvPr>
            <p:ph type="body" idx="1"/>
          </p:nvPr>
        </p:nvSpPr>
        <p:spPr bwMode="auto"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marL="914400" lvl="1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marL="1371600" lvl="2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marL="1828800" lvl="3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487921602" name="Google Shape;63;p14"/>
          <p:cNvSpPr txBox="1"/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3_Custom Layout" preserve="0" showMasterPhAnim="0" showMasterSp="1" userDrawn="1">
  <p:cSld name="3_Custom Layout">
    <p:bg>
      <p:bgPr shadeToTitle="0">
        <a:blipFill>
          <a:blip r:embed="rId2">
            <a:alphaModFix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3781875" name="Google Shape;65;p15"/>
          <p:cNvSpPr txBox="1"/>
          <p:nvPr>
            <p:ph type="body" idx="1"/>
          </p:nvPr>
        </p:nvSpPr>
        <p:spPr bwMode="auto"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1pPr>
            <a:lvl2pPr marL="914400" lvl="1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93787275" name="Google Shape;66;p15"/>
          <p:cNvSpPr txBox="1"/>
          <p:nvPr>
            <p:ph type="title"/>
          </p:nvPr>
        </p:nvSpPr>
        <p:spPr bwMode="auto"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46024643" name="Google Shape;67;p15"/>
          <p:cNvSpPr txBox="1"/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5_Пользовательский макет" preserve="0" showMasterPhAnim="0" showMasterSp="1" userDrawn="1">
  <p:cSld name="5_Пользовательский макет">
    <p:bg>
      <p:bgPr shadeToTitle="0">
        <a:blipFill>
          <a:blip r:embed="rId2">
            <a:alphaModFix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5159513" name="Google Shape;69;p16"/>
          <p:cNvSpPr/>
          <p:nvPr>
            <p:ph type="pic" idx="2"/>
          </p:nvPr>
        </p:nvSpPr>
        <p:spPr bwMode="auto">
          <a:xfrm>
            <a:off x="457200" y="936852"/>
            <a:ext cx="4608513" cy="3842155"/>
          </a:xfrm>
          <a:prstGeom prst="roundRect">
            <a:avLst>
              <a:gd name="adj" fmla="val 7617"/>
            </a:avLst>
          </a:prstGeom>
          <a:noFill/>
          <a:ln>
            <a:noFill/>
          </a:ln>
        </p:spPr>
      </p:sp>
      <p:sp>
        <p:nvSpPr>
          <p:cNvPr id="998098703" name="Google Shape;70;p16"/>
          <p:cNvSpPr txBox="1"/>
          <p:nvPr>
            <p:ph type="title"/>
          </p:nvPr>
        </p:nvSpPr>
        <p:spPr bwMode="auto"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096066998" name="Google Shape;71;p16"/>
          <p:cNvSpPr txBox="1"/>
          <p:nvPr>
            <p:ph type="body" idx="1"/>
          </p:nvPr>
        </p:nvSpPr>
        <p:spPr bwMode="auto"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69320777" name="Google Shape;72;p16"/>
          <p:cNvSpPr txBox="1"/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1_Custom Layout" preserve="0" showMasterPhAnim="0" showMasterSp="1" userDrawn="1">
  <p:cSld name="1_Custom Layout">
    <p:bg>
      <p:bgPr shadeToTitle="0">
        <a:blipFill>
          <a:blip r:embed="rId2">
            <a:alphaModFix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2357819" name="Google Shape;74;p17"/>
          <p:cNvSpPr txBox="1"/>
          <p:nvPr>
            <p:ph type="body" idx="1"/>
          </p:nvPr>
        </p:nvSpPr>
        <p:spPr bwMode="auto">
          <a:xfrm>
            <a:off x="507999" y="1792286"/>
            <a:ext cx="3635830" cy="1573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12629239" name="Google Shape;75;p17"/>
          <p:cNvSpPr txBox="1"/>
          <p:nvPr>
            <p:ph type="body" idx="2"/>
          </p:nvPr>
        </p:nvSpPr>
        <p:spPr bwMode="auto"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02886017" name="Google Shape;76;p17"/>
          <p:cNvSpPr txBox="1"/>
          <p:nvPr>
            <p:ph type="title"/>
          </p:nvPr>
        </p:nvSpPr>
        <p:spPr bwMode="auto"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47806905" name="Google Shape;77;p17"/>
          <p:cNvSpPr txBox="1"/>
          <p:nvPr>
            <p:ph type="body" idx="3"/>
          </p:nvPr>
        </p:nvSpPr>
        <p:spPr bwMode="auto">
          <a:xfrm>
            <a:off x="5000171" y="3011486"/>
            <a:ext cx="3635830" cy="1573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123675121" name="Google Shape;78;p17"/>
          <p:cNvSpPr txBox="1"/>
          <p:nvPr>
            <p:ph type="body" idx="4"/>
          </p:nvPr>
        </p:nvSpPr>
        <p:spPr bwMode="auto"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1470210" name="Google Shape;79;p17"/>
          <p:cNvSpPr txBox="1"/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9_Пользовательский макет" preserve="0" showMasterPhAnim="0" showMasterSp="1" userDrawn="1">
  <p:cSld name="9_Пользовательский макет">
    <p:bg>
      <p:bgPr shadeToTitle="0">
        <a:blipFill>
          <a:blip r:embed="rId2">
            <a:alphaModFix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22365710" name="Google Shape;81;p18"/>
          <p:cNvSpPr txBox="1"/>
          <p:nvPr>
            <p:ph type="body" idx="1"/>
          </p:nvPr>
        </p:nvSpPr>
        <p:spPr bwMode="auto">
          <a:xfrm>
            <a:off x="457201" y="1059322"/>
            <a:ext cx="3897086" cy="1734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98575436" name="Google Shape;82;p18"/>
          <p:cNvSpPr txBox="1"/>
          <p:nvPr>
            <p:ph type="body" idx="2"/>
          </p:nvPr>
        </p:nvSpPr>
        <p:spPr bwMode="auto">
          <a:xfrm>
            <a:off x="457202" y="3105836"/>
            <a:ext cx="3897084" cy="16403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63421662" name="Google Shape;83;p18"/>
          <p:cNvSpPr txBox="1"/>
          <p:nvPr>
            <p:ph type="body" idx="3"/>
          </p:nvPr>
        </p:nvSpPr>
        <p:spPr bwMode="auto">
          <a:xfrm>
            <a:off x="4789714" y="1059322"/>
            <a:ext cx="3632201" cy="3686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9361438" name="Google Shape;84;p18"/>
          <p:cNvSpPr txBox="1"/>
          <p:nvPr>
            <p:ph type="title"/>
          </p:nvPr>
        </p:nvSpPr>
        <p:spPr bwMode="auto"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88779549" name="Google Shape;85;p18"/>
          <p:cNvSpPr txBox="1"/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Ckfql" preserve="0" showMasterPhAnim="0" showMasterSp="1" userDrawn="1">
  <p:cSld name="Ckfql">
    <p:bg>
      <p:bgPr shadeToTitle="0">
        <a:blipFill>
          <a:blip r:embed="rId2">
            <a:alphaModFix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5548492" name="Google Shape;87;p19"/>
          <p:cNvSpPr txBox="1"/>
          <p:nvPr>
            <p:ph type="title"/>
          </p:nvPr>
        </p:nvSpPr>
        <p:spPr bwMode="auto"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11366792" name="Google Shape;88;p19"/>
          <p:cNvSpPr txBox="1"/>
          <p:nvPr>
            <p:ph type="body" idx="1"/>
          </p:nvPr>
        </p:nvSpPr>
        <p:spPr bwMode="auto">
          <a:xfrm>
            <a:off x="457200" y="1211943"/>
            <a:ext cx="7467600" cy="34471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982401349" name="Google Shape;89;p19"/>
          <p:cNvSpPr txBox="1"/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5_Custom Layout" preserve="0" showMasterPhAnim="0" showMasterSp="1" userDrawn="1">
  <p:cSld name="5_Custom Layout">
    <p:bg>
      <p:bgPr shadeToTitle="0">
        <a:blipFill>
          <a:blip r:embed="rId2">
            <a:alphaModFix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2594876" name="Google Shape;91;p20"/>
          <p:cNvSpPr/>
          <p:nvPr>
            <p:ph type="pic" idx="2"/>
          </p:nvPr>
        </p:nvSpPr>
        <p:spPr bwMode="auto">
          <a:xfrm>
            <a:off x="457200" y="936852"/>
            <a:ext cx="4608513" cy="3842155"/>
          </a:xfrm>
          <a:prstGeom prst="roundRect">
            <a:avLst>
              <a:gd name="adj" fmla="val 7784"/>
            </a:avLst>
          </a:prstGeom>
          <a:noFill/>
          <a:ln>
            <a:noFill/>
          </a:ln>
        </p:spPr>
      </p:sp>
      <p:sp>
        <p:nvSpPr>
          <p:cNvPr id="271737403" name="Google Shape;92;p20"/>
          <p:cNvSpPr txBox="1"/>
          <p:nvPr>
            <p:ph type="title"/>
          </p:nvPr>
        </p:nvSpPr>
        <p:spPr bwMode="auto"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11050868" name="Google Shape;93;p20"/>
          <p:cNvSpPr txBox="1"/>
          <p:nvPr>
            <p:ph type="body" idx="1"/>
          </p:nvPr>
        </p:nvSpPr>
        <p:spPr bwMode="auto"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24502267" name="Google Shape;94;p20"/>
          <p:cNvSpPr txBox="1"/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6_Custom Layout" preserve="0" showMasterPhAnim="0" showMasterSp="1" userDrawn="1">
  <p:cSld name="6_Custom Layout">
    <p:bg>
      <p:bgPr shadeToTitle="0">
        <a:blipFill>
          <a:blip r:embed="rId2">
            <a:alphaModFix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96431" name="Google Shape;96;p21"/>
          <p:cNvSpPr txBox="1"/>
          <p:nvPr>
            <p:ph type="title"/>
          </p:nvPr>
        </p:nvSpPr>
        <p:spPr bwMode="auto"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59417732" name="Google Shape;97;p21"/>
          <p:cNvSpPr txBox="1"/>
          <p:nvPr>
            <p:ph type="body" idx="1"/>
          </p:nvPr>
        </p:nvSpPr>
        <p:spPr bwMode="auto">
          <a:xfrm>
            <a:off x="3102428" y="943208"/>
            <a:ext cx="5526315" cy="38755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83148242" name="Google Shape;98;p21"/>
          <p:cNvSpPr/>
          <p:nvPr>
            <p:ph type="pic" idx="2"/>
          </p:nvPr>
        </p:nvSpPr>
        <p:spPr bwMode="auto">
          <a:xfrm>
            <a:off x="457200" y="943208"/>
            <a:ext cx="2532744" cy="1883023"/>
          </a:xfrm>
          <a:prstGeom prst="roundRect">
            <a:avLst>
              <a:gd name="adj" fmla="val 11537"/>
            </a:avLst>
          </a:prstGeom>
          <a:noFill/>
          <a:ln>
            <a:noFill/>
          </a:ln>
        </p:spPr>
      </p:sp>
      <p:sp>
        <p:nvSpPr>
          <p:cNvPr id="946223607" name="Google Shape;99;p21"/>
          <p:cNvSpPr/>
          <p:nvPr>
            <p:ph type="pic" idx="3"/>
          </p:nvPr>
        </p:nvSpPr>
        <p:spPr bwMode="auto">
          <a:xfrm>
            <a:off x="457200" y="2935720"/>
            <a:ext cx="2532744" cy="1883023"/>
          </a:xfrm>
          <a:prstGeom prst="roundRect">
            <a:avLst>
              <a:gd name="adj" fmla="val 11537"/>
            </a:avLst>
          </a:prstGeom>
          <a:noFill/>
          <a:ln>
            <a:noFill/>
          </a:ln>
        </p:spPr>
      </p:sp>
      <p:sp>
        <p:nvSpPr>
          <p:cNvPr id="510282510" name="Google Shape;100;p21"/>
          <p:cNvSpPr txBox="1"/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4_Custom Layout" preserve="0" showMasterPhAnim="0" showMasterSp="1" userDrawn="1">
  <p:cSld name="4_Custom Layout">
    <p:bg>
      <p:bgPr shadeToTitle="0">
        <a:blipFill>
          <a:blip r:embed="rId2">
            <a:alphaModFix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83043009" name="Google Shape;102;p22"/>
          <p:cNvSpPr txBox="1"/>
          <p:nvPr>
            <p:ph type="body" idx="1"/>
          </p:nvPr>
        </p:nvSpPr>
        <p:spPr bwMode="auto">
          <a:xfrm>
            <a:off x="457201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73776679" name="Google Shape;103;p22"/>
          <p:cNvSpPr txBox="1"/>
          <p:nvPr>
            <p:ph type="body" idx="2"/>
          </p:nvPr>
        </p:nvSpPr>
        <p:spPr bwMode="auto">
          <a:xfrm>
            <a:off x="3209454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93570675" name="Google Shape;104;p22"/>
          <p:cNvSpPr txBox="1"/>
          <p:nvPr>
            <p:ph type="body" idx="3"/>
          </p:nvPr>
        </p:nvSpPr>
        <p:spPr bwMode="auto">
          <a:xfrm>
            <a:off x="5969804" y="2933902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76694133" name="Google Shape;105;p22"/>
          <p:cNvSpPr txBox="1"/>
          <p:nvPr>
            <p:ph type="body" idx="4"/>
          </p:nvPr>
        </p:nvSpPr>
        <p:spPr bwMode="auto">
          <a:xfrm>
            <a:off x="457200" y="3287828"/>
            <a:ext cx="2588883" cy="1395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964045558" name="Google Shape;106;p22"/>
          <p:cNvSpPr txBox="1"/>
          <p:nvPr>
            <p:ph type="body" idx="5"/>
          </p:nvPr>
        </p:nvSpPr>
        <p:spPr bwMode="auto">
          <a:xfrm>
            <a:off x="3207251" y="3299578"/>
            <a:ext cx="2591416" cy="1395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marL="1371600" lvl="2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marL="2286000" lvl="4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652076326" name="Google Shape;107;p22"/>
          <p:cNvSpPr txBox="1"/>
          <p:nvPr>
            <p:ph type="title"/>
          </p:nvPr>
        </p:nvSpPr>
        <p:spPr bwMode="auto"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13820855" name="Google Shape;108;p22"/>
          <p:cNvSpPr txBox="1"/>
          <p:nvPr>
            <p:ph type="body" idx="6"/>
          </p:nvPr>
        </p:nvSpPr>
        <p:spPr bwMode="auto">
          <a:xfrm>
            <a:off x="5967600" y="3299578"/>
            <a:ext cx="2591416" cy="13955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marL="1371600" lvl="2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marL="2286000" lvl="4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785636044" name="Google Shape;109;p22"/>
          <p:cNvSpPr/>
          <p:nvPr>
            <p:ph type="pic" idx="7"/>
          </p:nvPr>
        </p:nvSpPr>
        <p:spPr bwMode="auto">
          <a:xfrm>
            <a:off x="469081" y="944463"/>
            <a:ext cx="2577001" cy="1883023"/>
          </a:xfrm>
          <a:prstGeom prst="roundRect">
            <a:avLst>
              <a:gd name="adj" fmla="val 11537"/>
            </a:avLst>
          </a:prstGeom>
          <a:noFill/>
          <a:ln>
            <a:noFill/>
          </a:ln>
        </p:spPr>
      </p:sp>
      <p:sp>
        <p:nvSpPr>
          <p:cNvPr id="555269125" name="Google Shape;110;p22"/>
          <p:cNvSpPr/>
          <p:nvPr>
            <p:ph type="pic" idx="8"/>
          </p:nvPr>
        </p:nvSpPr>
        <p:spPr bwMode="auto">
          <a:xfrm>
            <a:off x="3221666" y="944462"/>
            <a:ext cx="2577001" cy="1883023"/>
          </a:xfrm>
          <a:prstGeom prst="roundRect">
            <a:avLst>
              <a:gd name="adj" fmla="val 12905"/>
            </a:avLst>
          </a:prstGeom>
          <a:noFill/>
          <a:ln>
            <a:noFill/>
          </a:ln>
        </p:spPr>
      </p:sp>
      <p:sp>
        <p:nvSpPr>
          <p:cNvPr id="1071928" name="Google Shape;111;p22"/>
          <p:cNvSpPr/>
          <p:nvPr>
            <p:ph type="pic" idx="9"/>
          </p:nvPr>
        </p:nvSpPr>
        <p:spPr bwMode="auto">
          <a:xfrm>
            <a:off x="5980690" y="944463"/>
            <a:ext cx="2577001" cy="1883023"/>
          </a:xfrm>
          <a:prstGeom prst="roundRect">
            <a:avLst>
              <a:gd name="adj" fmla="val 10512"/>
            </a:avLst>
          </a:prstGeom>
          <a:noFill/>
          <a:ln>
            <a:noFill/>
          </a:ln>
        </p:spPr>
      </p:sp>
      <p:sp>
        <p:nvSpPr>
          <p:cNvPr id="1226832326" name="Google Shape;112;p22"/>
          <p:cNvSpPr txBox="1"/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8_Custom Layout" preserve="0" showMasterPhAnim="0" showMasterSp="1" userDrawn="1">
  <p:cSld name="8_Custom Layout">
    <p:bg>
      <p:bgPr shadeToTitle="0">
        <a:blipFill>
          <a:blip r:embed="rId2">
            <a:alphaModFix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1453380" name="Google Shape;114;p23"/>
          <p:cNvSpPr txBox="1"/>
          <p:nvPr>
            <p:ph type="title"/>
          </p:nvPr>
        </p:nvSpPr>
        <p:spPr bwMode="auto"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70793182" name="Google Shape;115;p23"/>
          <p:cNvSpPr txBox="1"/>
          <p:nvPr>
            <p:ph type="body" idx="1"/>
          </p:nvPr>
        </p:nvSpPr>
        <p:spPr bwMode="auto">
          <a:xfrm>
            <a:off x="457201" y="963397"/>
            <a:ext cx="2532744" cy="18830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/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71835655" name="Google Shape;116;p23"/>
          <p:cNvSpPr/>
          <p:nvPr>
            <p:ph type="pic" idx="2"/>
          </p:nvPr>
        </p:nvSpPr>
        <p:spPr bwMode="auto">
          <a:xfrm>
            <a:off x="3095170" y="963397"/>
            <a:ext cx="2532744" cy="1883023"/>
          </a:xfrm>
          <a:prstGeom prst="roundRect">
            <a:avLst>
              <a:gd name="adj" fmla="val 11537"/>
            </a:avLst>
          </a:prstGeom>
          <a:noFill/>
          <a:ln>
            <a:noFill/>
          </a:ln>
        </p:spPr>
      </p:sp>
      <p:sp>
        <p:nvSpPr>
          <p:cNvPr id="1506227192" name="Google Shape;117;p23"/>
          <p:cNvSpPr/>
          <p:nvPr>
            <p:ph type="pic" idx="3"/>
          </p:nvPr>
        </p:nvSpPr>
        <p:spPr bwMode="auto">
          <a:xfrm>
            <a:off x="5733141" y="966928"/>
            <a:ext cx="2532744" cy="1883023"/>
          </a:xfrm>
          <a:prstGeom prst="roundRect">
            <a:avLst>
              <a:gd name="adj" fmla="val 11196"/>
            </a:avLst>
          </a:prstGeom>
          <a:noFill/>
          <a:ln>
            <a:noFill/>
          </a:ln>
        </p:spPr>
      </p:sp>
      <p:sp>
        <p:nvSpPr>
          <p:cNvPr id="7776767" name="Google Shape;118;p23"/>
          <p:cNvSpPr/>
          <p:nvPr>
            <p:ph type="pic" idx="4"/>
          </p:nvPr>
        </p:nvSpPr>
        <p:spPr bwMode="auto">
          <a:xfrm>
            <a:off x="5733141" y="2954042"/>
            <a:ext cx="2532744" cy="1883023"/>
          </a:xfrm>
          <a:prstGeom prst="roundRect">
            <a:avLst>
              <a:gd name="adj" fmla="val 8802"/>
            </a:avLst>
          </a:prstGeom>
          <a:noFill/>
          <a:ln>
            <a:noFill/>
          </a:ln>
        </p:spPr>
      </p:sp>
      <p:sp>
        <p:nvSpPr>
          <p:cNvPr id="1890995763" name="Google Shape;119;p23"/>
          <p:cNvSpPr/>
          <p:nvPr>
            <p:ph type="pic" idx="5"/>
          </p:nvPr>
        </p:nvSpPr>
        <p:spPr bwMode="auto">
          <a:xfrm>
            <a:off x="3095170" y="2960314"/>
            <a:ext cx="2532744" cy="1883023"/>
          </a:xfrm>
          <a:prstGeom prst="roundRect">
            <a:avLst>
              <a:gd name="adj" fmla="val 8459"/>
            </a:avLst>
          </a:prstGeom>
          <a:noFill/>
          <a:ln>
            <a:noFill/>
          </a:ln>
        </p:spPr>
      </p:sp>
      <p:sp>
        <p:nvSpPr>
          <p:cNvPr id="1739416506" name="Google Shape;120;p23"/>
          <p:cNvSpPr/>
          <p:nvPr>
            <p:ph type="pic" idx="6"/>
          </p:nvPr>
        </p:nvSpPr>
        <p:spPr bwMode="auto">
          <a:xfrm>
            <a:off x="457200" y="2960314"/>
            <a:ext cx="2532744" cy="1883023"/>
          </a:xfrm>
          <a:prstGeom prst="roundRect">
            <a:avLst>
              <a:gd name="adj" fmla="val 10169"/>
            </a:avLst>
          </a:prstGeom>
          <a:noFill/>
          <a:ln>
            <a:noFill/>
          </a:ln>
        </p:spPr>
      </p:sp>
      <p:sp>
        <p:nvSpPr>
          <p:cNvPr id="543897252" name="Google Shape;121;p23"/>
          <p:cNvSpPr txBox="1"/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10_Custom Layout" preserve="0" showMasterPhAnim="0" showMasterSp="1" userDrawn="1">
  <p:cSld name="10_Custom Layout">
    <p:bg>
      <p:bgPr shadeToTitle="0">
        <a:blipFill>
          <a:blip r:embed="rId2">
            <a:alphaModFix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6474749" name="Google Shape;123;p24"/>
          <p:cNvSpPr txBox="1"/>
          <p:nvPr>
            <p:ph type="body" idx="1"/>
          </p:nvPr>
        </p:nvSpPr>
        <p:spPr bwMode="auto">
          <a:xfrm>
            <a:off x="457201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39464797" name="Google Shape;124;p24"/>
          <p:cNvSpPr txBox="1"/>
          <p:nvPr>
            <p:ph type="body" idx="2"/>
          </p:nvPr>
        </p:nvSpPr>
        <p:spPr bwMode="auto">
          <a:xfrm>
            <a:off x="3275819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45677784" name="Google Shape;125;p24"/>
          <p:cNvSpPr txBox="1"/>
          <p:nvPr>
            <p:ph type="body" idx="3"/>
          </p:nvPr>
        </p:nvSpPr>
        <p:spPr bwMode="auto">
          <a:xfrm>
            <a:off x="6085706" y="2367645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51863568" name="Google Shape;126;p24"/>
          <p:cNvSpPr txBox="1"/>
          <p:nvPr>
            <p:ph type="title"/>
          </p:nvPr>
        </p:nvSpPr>
        <p:spPr bwMode="auto"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47848885" name="Google Shape;127;p24"/>
          <p:cNvSpPr/>
          <p:nvPr>
            <p:ph type="pic" idx="4"/>
          </p:nvPr>
        </p:nvSpPr>
        <p:spPr bwMode="auto">
          <a:xfrm>
            <a:off x="454050" y="952607"/>
            <a:ext cx="2589213" cy="1304294"/>
          </a:xfrm>
          <a:prstGeom prst="roundRect">
            <a:avLst>
              <a:gd name="adj" fmla="val 9261"/>
            </a:avLst>
          </a:prstGeom>
          <a:noFill/>
          <a:ln>
            <a:noFill/>
          </a:ln>
        </p:spPr>
      </p:sp>
      <p:sp>
        <p:nvSpPr>
          <p:cNvPr id="1429002599" name="Google Shape;128;p24"/>
          <p:cNvSpPr/>
          <p:nvPr>
            <p:ph type="pic" idx="5"/>
          </p:nvPr>
        </p:nvSpPr>
        <p:spPr bwMode="auto">
          <a:xfrm>
            <a:off x="3275818" y="952607"/>
            <a:ext cx="2589213" cy="1304294"/>
          </a:xfrm>
          <a:prstGeom prst="roundRect">
            <a:avLst>
              <a:gd name="adj" fmla="val 11730"/>
            </a:avLst>
          </a:prstGeom>
          <a:noFill/>
          <a:ln>
            <a:noFill/>
          </a:ln>
        </p:spPr>
      </p:sp>
      <p:sp>
        <p:nvSpPr>
          <p:cNvPr id="1642711980" name="Google Shape;129;p24"/>
          <p:cNvSpPr/>
          <p:nvPr>
            <p:ph type="pic" idx="6"/>
          </p:nvPr>
        </p:nvSpPr>
        <p:spPr bwMode="auto">
          <a:xfrm>
            <a:off x="6089789" y="952607"/>
            <a:ext cx="2589213" cy="1304294"/>
          </a:xfrm>
          <a:prstGeom prst="roundRect">
            <a:avLst>
              <a:gd name="adj" fmla="val 10249"/>
            </a:avLst>
          </a:prstGeom>
          <a:noFill/>
          <a:ln>
            <a:noFill/>
          </a:ln>
        </p:spPr>
      </p:sp>
      <p:sp>
        <p:nvSpPr>
          <p:cNvPr id="1757834183" name="Google Shape;130;p24"/>
          <p:cNvSpPr txBox="1"/>
          <p:nvPr>
            <p:ph type="body" idx="7"/>
          </p:nvPr>
        </p:nvSpPr>
        <p:spPr bwMode="auto">
          <a:xfrm>
            <a:off x="460351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9815942" name="Google Shape;131;p24"/>
          <p:cNvSpPr txBox="1"/>
          <p:nvPr>
            <p:ph type="body" idx="8"/>
          </p:nvPr>
        </p:nvSpPr>
        <p:spPr bwMode="auto">
          <a:xfrm>
            <a:off x="3278970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91711475" name="Google Shape;132;p24"/>
          <p:cNvSpPr txBox="1"/>
          <p:nvPr>
            <p:ph type="body" idx="9"/>
          </p:nvPr>
        </p:nvSpPr>
        <p:spPr bwMode="auto">
          <a:xfrm>
            <a:off x="6088857" y="4281396"/>
            <a:ext cx="2589213" cy="2690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16902739" name="Google Shape;133;p24"/>
          <p:cNvSpPr/>
          <p:nvPr>
            <p:ph type="pic" idx="13"/>
          </p:nvPr>
        </p:nvSpPr>
        <p:spPr bwMode="auto">
          <a:xfrm>
            <a:off x="457201" y="2866358"/>
            <a:ext cx="2589213" cy="1304294"/>
          </a:xfrm>
          <a:prstGeom prst="roundRect">
            <a:avLst>
              <a:gd name="adj" fmla="val 12224"/>
            </a:avLst>
          </a:prstGeom>
          <a:noFill/>
          <a:ln>
            <a:noFill/>
          </a:ln>
        </p:spPr>
      </p:sp>
      <p:sp>
        <p:nvSpPr>
          <p:cNvPr id="964398278" name="Google Shape;134;p24"/>
          <p:cNvSpPr/>
          <p:nvPr>
            <p:ph type="pic" idx="14"/>
          </p:nvPr>
        </p:nvSpPr>
        <p:spPr bwMode="auto">
          <a:xfrm>
            <a:off x="3278969" y="2866358"/>
            <a:ext cx="2589213" cy="1304294"/>
          </a:xfrm>
          <a:prstGeom prst="roundRect">
            <a:avLst>
              <a:gd name="adj" fmla="val 11236"/>
            </a:avLst>
          </a:prstGeom>
          <a:noFill/>
          <a:ln>
            <a:noFill/>
          </a:ln>
        </p:spPr>
      </p:sp>
      <p:sp>
        <p:nvSpPr>
          <p:cNvPr id="1030869932" name="Google Shape;135;p24"/>
          <p:cNvSpPr/>
          <p:nvPr>
            <p:ph type="pic" idx="15"/>
          </p:nvPr>
        </p:nvSpPr>
        <p:spPr bwMode="auto">
          <a:xfrm>
            <a:off x="6092940" y="2866358"/>
            <a:ext cx="2589213" cy="1304294"/>
          </a:xfrm>
          <a:prstGeom prst="roundRect">
            <a:avLst>
              <a:gd name="adj" fmla="val 9755"/>
            </a:avLst>
          </a:prstGeom>
          <a:noFill/>
          <a:ln>
            <a:noFill/>
          </a:ln>
        </p:spPr>
      </p:sp>
      <p:sp>
        <p:nvSpPr>
          <p:cNvPr id="185926578" name="Google Shape;136;p24"/>
          <p:cNvSpPr txBox="1"/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Финал" preserve="0" showMasterPhAnim="0" showMasterSp="1" userDrawn="1">
  <p:cSld name="Финал">
    <p:bg>
      <p:bgPr shadeToTitle="0">
        <a:blipFill>
          <a:blip r:embed="rId2">
            <a:alphaModFix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5056598" name="Google Shape;138;p25"/>
          <p:cNvSpPr txBox="1"/>
          <p:nvPr>
            <p:ph type="body" idx="1"/>
          </p:nvPr>
        </p:nvSpPr>
        <p:spPr bwMode="auto"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marL="914400" lvl="1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24318315" name="Google Shape;139;p25"/>
          <p:cNvSpPr txBox="1"/>
          <p:nvPr>
            <p:ph type="title"/>
          </p:nvPr>
        </p:nvSpPr>
        <p:spPr bwMode="auto"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81848651" name="Google Shape;140;p25"/>
          <p:cNvSpPr txBox="1"/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Пользовательский макет" preserve="0" showMasterPhAnim="0" showMasterSp="1" userDrawn="1">
  <p:cSld name="Пользовательский макет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0960549" name="Google Shape;142;p26"/>
          <p:cNvSpPr txBox="1"/>
          <p:nvPr>
            <p:ph type="body" idx="1"/>
          </p:nvPr>
        </p:nvSpPr>
        <p:spPr bwMode="auto">
          <a:xfrm>
            <a:off x="507999" y="1792286"/>
            <a:ext cx="3635830" cy="1573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971361968" name="Google Shape;143;p26"/>
          <p:cNvSpPr txBox="1"/>
          <p:nvPr>
            <p:ph type="body" idx="2"/>
          </p:nvPr>
        </p:nvSpPr>
        <p:spPr bwMode="auto"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657008701" name="Google Shape;144;p26"/>
          <p:cNvSpPr txBox="1"/>
          <p:nvPr>
            <p:ph type="body" idx="3"/>
          </p:nvPr>
        </p:nvSpPr>
        <p:spPr bwMode="auto">
          <a:xfrm>
            <a:off x="5000171" y="3011486"/>
            <a:ext cx="3635830" cy="1573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56956464" name="Google Shape;145;p26"/>
          <p:cNvSpPr txBox="1"/>
          <p:nvPr>
            <p:ph type="body" idx="4"/>
          </p:nvPr>
        </p:nvSpPr>
        <p:spPr bwMode="auto"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022599799" name="Google Shape;146;p26"/>
          <p:cNvSpPr txBox="1"/>
          <p:nvPr>
            <p:ph type="title"/>
          </p:nvPr>
        </p:nvSpPr>
        <p:spPr bwMode="auto"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93891913" name="Google Shape;147;p26"/>
          <p:cNvSpPr txBox="1"/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6_Пользовательский макет" preserve="0" showMasterPhAnim="0" showMasterSp="1" userDrawn="1">
  <p:cSld name="6_Пользовательский макет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3325662" name="Google Shape;149;p27"/>
          <p:cNvSpPr txBox="1"/>
          <p:nvPr>
            <p:ph type="title"/>
          </p:nvPr>
        </p:nvSpPr>
        <p:spPr bwMode="auto"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43436744" name="Google Shape;150;p27"/>
          <p:cNvSpPr txBox="1"/>
          <p:nvPr>
            <p:ph type="body" idx="1"/>
          </p:nvPr>
        </p:nvSpPr>
        <p:spPr bwMode="auto"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marL="1371600" lvl="2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marL="1828800" lvl="3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847725286" name="Google Shape;151;p27"/>
          <p:cNvSpPr txBox="1"/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9_Custom Layout" preserve="0" showMasterPhAnim="0" showMasterSp="1" userDrawn="1">
  <p:cSld name="9_Custom Layout">
    <p:bg>
      <p:bgPr shadeToTitle="0">
        <a:blipFill>
          <a:blip r:embed="rId2">
            <a:alphaModFix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29683340" name="Google Shape;153;p28"/>
          <p:cNvSpPr txBox="1"/>
          <p:nvPr>
            <p:ph type="body" idx="1"/>
          </p:nvPr>
        </p:nvSpPr>
        <p:spPr bwMode="auto">
          <a:xfrm>
            <a:off x="624113" y="1233715"/>
            <a:ext cx="7170057" cy="34108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1pPr>
            <a:lvl2pPr marL="914400" lvl="1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47033918" name="Google Shape;154;p28"/>
          <p:cNvSpPr txBox="1"/>
          <p:nvPr>
            <p:ph type="title"/>
          </p:nvPr>
        </p:nvSpPr>
        <p:spPr bwMode="auto"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472026970" name="Google Shape;155;p28"/>
          <p:cNvSpPr txBox="1"/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3_Пользовательский макет" preserve="0" showMasterPhAnim="0" showMasterSp="1" userDrawn="1">
  <p:cSld name="3_Пользовательский макет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9902570" name="Google Shape;157;p29"/>
          <p:cNvSpPr txBox="1"/>
          <p:nvPr>
            <p:ph type="title"/>
          </p:nvPr>
        </p:nvSpPr>
        <p:spPr bwMode="auto"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593916931" name="Google Shape;158;p29"/>
          <p:cNvSpPr/>
          <p:nvPr>
            <p:ph type="pic" idx="2"/>
          </p:nvPr>
        </p:nvSpPr>
        <p:spPr bwMode="auto">
          <a:xfrm>
            <a:off x="457200" y="936852"/>
            <a:ext cx="4608513" cy="3842155"/>
          </a:xfrm>
          <a:prstGeom prst="roundRect">
            <a:avLst>
              <a:gd name="adj" fmla="val 7952"/>
            </a:avLst>
          </a:prstGeom>
          <a:noFill/>
          <a:ln>
            <a:noFill/>
          </a:ln>
        </p:spPr>
      </p:sp>
      <p:sp>
        <p:nvSpPr>
          <p:cNvPr id="1387268732" name="Google Shape;159;p29"/>
          <p:cNvSpPr txBox="1"/>
          <p:nvPr>
            <p:ph type="body" idx="1"/>
          </p:nvPr>
        </p:nvSpPr>
        <p:spPr bwMode="auto"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184107982" name="Google Shape;160;p29"/>
          <p:cNvSpPr txBox="1"/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7_Пользовательский макет" preserve="0" showMasterPhAnim="0" showMasterSp="1" userDrawn="1">
  <p:cSld name="7_Пользовательский макет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1195825" name="Google Shape;162;p30"/>
          <p:cNvSpPr txBox="1"/>
          <p:nvPr>
            <p:ph type="title"/>
          </p:nvPr>
        </p:nvSpPr>
        <p:spPr bwMode="auto"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617606" name="Google Shape;163;p30"/>
          <p:cNvSpPr txBox="1"/>
          <p:nvPr>
            <p:ph type="body" idx="1"/>
          </p:nvPr>
        </p:nvSpPr>
        <p:spPr bwMode="auto"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marL="1371600" lvl="2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marL="1828800" lvl="3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1411152430" name="Google Shape;164;p30"/>
          <p:cNvSpPr txBox="1"/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1_Пользовательский макет" preserve="0" showMasterPhAnim="0" showMasterSp="1" userDrawn="1">
  <p:cSld name="1_Пользовательский макет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2648120" name="Google Shape;166;p31"/>
          <p:cNvSpPr txBox="1"/>
          <p:nvPr>
            <p:ph type="body" idx="1"/>
          </p:nvPr>
        </p:nvSpPr>
        <p:spPr bwMode="auto">
          <a:xfrm>
            <a:off x="507999" y="1792286"/>
            <a:ext cx="3635830" cy="1573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47761479" name="Google Shape;167;p31"/>
          <p:cNvSpPr txBox="1"/>
          <p:nvPr>
            <p:ph type="body" idx="2"/>
          </p:nvPr>
        </p:nvSpPr>
        <p:spPr bwMode="auto"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43485346" name="Google Shape;168;p31"/>
          <p:cNvSpPr txBox="1"/>
          <p:nvPr>
            <p:ph type="body" idx="3"/>
          </p:nvPr>
        </p:nvSpPr>
        <p:spPr bwMode="auto">
          <a:xfrm>
            <a:off x="5000171" y="3011486"/>
            <a:ext cx="3635830" cy="1573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11442310" name="Google Shape;169;p31"/>
          <p:cNvSpPr txBox="1"/>
          <p:nvPr>
            <p:ph type="body" idx="4"/>
          </p:nvPr>
        </p:nvSpPr>
        <p:spPr bwMode="auto"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40158427" name="Google Shape;170;p31"/>
          <p:cNvSpPr txBox="1"/>
          <p:nvPr>
            <p:ph type="title"/>
          </p:nvPr>
        </p:nvSpPr>
        <p:spPr bwMode="auto"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503916709" name="Google Shape;171;p31"/>
          <p:cNvSpPr txBox="1"/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4_Пользовательский макет" preserve="0" showMasterPhAnim="0" showMasterSp="1" userDrawn="1">
  <p:cSld name="4_Пользовательский макет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8785717" name="Google Shape;173;p32"/>
          <p:cNvSpPr txBox="1"/>
          <p:nvPr>
            <p:ph type="title"/>
          </p:nvPr>
        </p:nvSpPr>
        <p:spPr bwMode="auto"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8018783" name="Google Shape;174;p32"/>
          <p:cNvSpPr/>
          <p:nvPr>
            <p:ph type="pic" idx="2"/>
          </p:nvPr>
        </p:nvSpPr>
        <p:spPr bwMode="auto">
          <a:xfrm>
            <a:off x="457200" y="936852"/>
            <a:ext cx="4608513" cy="3842155"/>
          </a:xfrm>
          <a:prstGeom prst="roundRect">
            <a:avLst>
              <a:gd name="adj" fmla="val 8957"/>
            </a:avLst>
          </a:prstGeom>
          <a:noFill/>
          <a:ln>
            <a:noFill/>
          </a:ln>
        </p:spPr>
      </p:sp>
      <p:sp>
        <p:nvSpPr>
          <p:cNvPr id="1051781725" name="Google Shape;175;p32"/>
          <p:cNvSpPr txBox="1"/>
          <p:nvPr>
            <p:ph type="body" idx="1"/>
          </p:nvPr>
        </p:nvSpPr>
        <p:spPr bwMode="auto">
          <a:xfrm>
            <a:off x="5508171" y="1153886"/>
            <a:ext cx="2532743" cy="3425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14415837" name="Google Shape;176;p32"/>
          <p:cNvSpPr txBox="1"/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8_Пользовательский макет" preserve="0" showMasterPhAnim="0" showMasterSp="1" userDrawn="1">
  <p:cSld name="8_Пользовательский макет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7184242" name="Google Shape;178;p33"/>
          <p:cNvSpPr txBox="1"/>
          <p:nvPr>
            <p:ph type="title"/>
          </p:nvPr>
        </p:nvSpPr>
        <p:spPr bwMode="auto"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838099580" name="Google Shape;179;p33"/>
          <p:cNvSpPr txBox="1"/>
          <p:nvPr>
            <p:ph type="body" idx="1"/>
          </p:nvPr>
        </p:nvSpPr>
        <p:spPr bwMode="auto">
          <a:xfrm>
            <a:off x="457199" y="1040162"/>
            <a:ext cx="8389257" cy="3735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marL="1371600" lvl="2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marL="1828800" lvl="3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583453747" name="Google Shape;180;p33"/>
          <p:cNvSpPr txBox="1"/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2_Пользовательский макет" preserve="0" showMasterPhAnim="0" showMasterSp="1" userDrawn="1">
  <p:cSld name="2_Пользовательский макет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7977783" name="Google Shape;182;p34"/>
          <p:cNvSpPr txBox="1"/>
          <p:nvPr>
            <p:ph type="title"/>
          </p:nvPr>
        </p:nvSpPr>
        <p:spPr bwMode="auto"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911216840" name="Google Shape;183;p34"/>
          <p:cNvSpPr txBox="1"/>
          <p:nvPr>
            <p:ph type="body" idx="1"/>
          </p:nvPr>
        </p:nvSpPr>
        <p:spPr bwMode="auto">
          <a:xfrm>
            <a:off x="507999" y="1792286"/>
            <a:ext cx="3635830" cy="1573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703033880" name="Google Shape;184;p34"/>
          <p:cNvSpPr txBox="1"/>
          <p:nvPr>
            <p:ph type="body" idx="2"/>
          </p:nvPr>
        </p:nvSpPr>
        <p:spPr bwMode="auto">
          <a:xfrm>
            <a:off x="507999" y="11824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246501761" name="Google Shape;185;p34"/>
          <p:cNvSpPr txBox="1"/>
          <p:nvPr>
            <p:ph type="body" idx="3"/>
          </p:nvPr>
        </p:nvSpPr>
        <p:spPr bwMode="auto">
          <a:xfrm>
            <a:off x="5000171" y="3011486"/>
            <a:ext cx="3635830" cy="1573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654394831" name="Google Shape;186;p34"/>
          <p:cNvSpPr txBox="1"/>
          <p:nvPr>
            <p:ph type="body" idx="4"/>
          </p:nvPr>
        </p:nvSpPr>
        <p:spPr bwMode="auto">
          <a:xfrm>
            <a:off x="5000171" y="2401659"/>
            <a:ext cx="2960913" cy="595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1387683495" name="Google Shape;187;p34"/>
          <p:cNvSpPr txBox="1"/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7_Custom Layout" preserve="0" showMasterPhAnim="0" showMasterSp="1" userDrawn="1">
  <p:cSld name="7_Custom Layout">
    <p:bg>
      <p:bgPr shadeToTitle="0">
        <a:blipFill>
          <a:blip r:embed="rId2">
            <a:alphaModFix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2130096" name="Google Shape;189;p35"/>
          <p:cNvSpPr txBox="1"/>
          <p:nvPr>
            <p:ph type="title"/>
          </p:nvPr>
        </p:nvSpPr>
        <p:spPr bwMode="auto"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230586561" name="Google Shape;190;p35"/>
          <p:cNvSpPr txBox="1"/>
          <p:nvPr>
            <p:ph type="body" idx="1"/>
          </p:nvPr>
        </p:nvSpPr>
        <p:spPr bwMode="auto">
          <a:xfrm>
            <a:off x="5733143" y="949329"/>
            <a:ext cx="2895600" cy="38957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/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764516317" name="Google Shape;191;p35"/>
          <p:cNvSpPr/>
          <p:nvPr>
            <p:ph type="pic" idx="2"/>
          </p:nvPr>
        </p:nvSpPr>
        <p:spPr bwMode="auto">
          <a:xfrm>
            <a:off x="457200" y="949329"/>
            <a:ext cx="2532744" cy="1883023"/>
          </a:xfrm>
          <a:prstGeom prst="roundRect">
            <a:avLst>
              <a:gd name="adj" fmla="val 11537"/>
            </a:avLst>
          </a:prstGeom>
          <a:noFill/>
          <a:ln>
            <a:noFill/>
          </a:ln>
        </p:spPr>
      </p:sp>
      <p:sp>
        <p:nvSpPr>
          <p:cNvPr id="827098700" name="Google Shape;192;p35"/>
          <p:cNvSpPr/>
          <p:nvPr>
            <p:ph type="pic" idx="3"/>
          </p:nvPr>
        </p:nvSpPr>
        <p:spPr bwMode="auto">
          <a:xfrm>
            <a:off x="3095170" y="949328"/>
            <a:ext cx="2532744" cy="1883023"/>
          </a:xfrm>
          <a:prstGeom prst="roundRect">
            <a:avLst>
              <a:gd name="adj" fmla="val 11879"/>
            </a:avLst>
          </a:prstGeom>
          <a:noFill/>
          <a:ln>
            <a:noFill/>
          </a:ln>
        </p:spPr>
      </p:sp>
      <p:sp>
        <p:nvSpPr>
          <p:cNvPr id="1557959761" name="Google Shape;193;p35"/>
          <p:cNvSpPr/>
          <p:nvPr>
            <p:ph type="pic" idx="4"/>
          </p:nvPr>
        </p:nvSpPr>
        <p:spPr bwMode="auto">
          <a:xfrm>
            <a:off x="3095170" y="2962031"/>
            <a:ext cx="2532744" cy="1883023"/>
          </a:xfrm>
          <a:prstGeom prst="roundRect">
            <a:avLst>
              <a:gd name="adj" fmla="val 11537"/>
            </a:avLst>
          </a:prstGeom>
          <a:noFill/>
          <a:ln>
            <a:noFill/>
          </a:ln>
        </p:spPr>
      </p:sp>
      <p:sp>
        <p:nvSpPr>
          <p:cNvPr id="1704354740" name="Google Shape;194;p35"/>
          <p:cNvSpPr/>
          <p:nvPr>
            <p:ph type="pic" idx="5"/>
          </p:nvPr>
        </p:nvSpPr>
        <p:spPr bwMode="auto">
          <a:xfrm>
            <a:off x="457199" y="2962031"/>
            <a:ext cx="2532744" cy="1883023"/>
          </a:xfrm>
          <a:prstGeom prst="roundRect">
            <a:avLst>
              <a:gd name="adj" fmla="val 11537"/>
            </a:avLst>
          </a:prstGeom>
          <a:noFill/>
          <a:ln>
            <a:noFill/>
          </a:ln>
        </p:spPr>
      </p:sp>
      <p:sp>
        <p:nvSpPr>
          <p:cNvPr id="1430345629" name="Google Shape;195;p35"/>
          <p:cNvSpPr txBox="1"/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5.xml"/><Relationship Id="rId15" Type="http://schemas.openxmlformats.org/officeDocument/2006/relationships/slideLayout" Target="../slideLayouts/slideLayout26.xml"/><Relationship Id="rId16" Type="http://schemas.openxmlformats.org/officeDocument/2006/relationships/slideLayout" Target="../slideLayouts/slideLayout27.xml"/><Relationship Id="rId17" Type="http://schemas.openxmlformats.org/officeDocument/2006/relationships/slideLayout" Target="../slideLayouts/slideLayout28.xml"/><Relationship Id="rId18" Type="http://schemas.openxmlformats.org/officeDocument/2006/relationships/slideLayout" Target="../slideLayouts/slideLayout29.xml"/><Relationship Id="rId19" Type="http://schemas.openxmlformats.org/officeDocument/2006/relationships/slideLayout" Target="../slideLayouts/slideLayout30.xml"/><Relationship Id="rId20" Type="http://schemas.openxmlformats.org/officeDocument/2006/relationships/slideLayout" Target="../slideLayouts/slideLayout31.xml"/><Relationship Id="rId21" Type="http://schemas.openxmlformats.org/officeDocument/2006/relationships/slideLayout" Target="../slideLayouts/slideLayout32.xml"/><Relationship Id="rId22" Type="http://schemas.openxmlformats.org/officeDocument/2006/relationships/slideLayout" Target="../slideLayouts/slideLayout33.xml"/><Relationship Id="rId2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simple-light-2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75482601" name="Google Shape;6;p1"/>
          <p:cNvSpPr txBox="1"/>
          <p:nvPr>
            <p:ph type="title"/>
          </p:nvPr>
        </p:nvSpPr>
        <p:spPr bwMode="auto"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964525952" name="Google Shape;7;p1"/>
          <p:cNvSpPr txBox="1"/>
          <p:nvPr>
            <p:ph type="body" idx="1"/>
          </p:nvPr>
        </p:nvSpPr>
        <p:spPr bwMode="auto"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428986910" name="Google Shape;8;p1"/>
          <p:cNvSpPr txBox="1"/>
          <p:nvPr>
            <p:ph type="sldNum" idx="12"/>
          </p:nvPr>
        </p:nvSpPr>
        <p:spPr bwMode="auto"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1"/>
  <p:txStyles>
    <p:title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lt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620665" name="Google Shape;51;p13"/>
          <p:cNvSpPr txBox="1"/>
          <p:nvPr>
            <p:ph type="title"/>
          </p:nvPr>
        </p:nvSpPr>
        <p:spPr bwMode="auto">
          <a:xfrm>
            <a:off x="457200" y="306434"/>
            <a:ext cx="8229600" cy="620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pPr>
              <a:defRPr/>
            </a:pPr>
            <a:endParaRPr/>
          </a:p>
        </p:txBody>
      </p:sp>
      <p:sp>
        <p:nvSpPr>
          <p:cNvPr id="1810768636" name="Google Shape;52;p13"/>
          <p:cNvSpPr txBox="1"/>
          <p:nvPr>
            <p:ph type="body" idx="1"/>
          </p:nvPr>
        </p:nvSpPr>
        <p:spPr bwMode="auto">
          <a:xfrm>
            <a:off x="457200" y="1121912"/>
            <a:ext cx="8229600" cy="2899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</a:defRPr>
            </a:lvl1pPr>
            <a:lvl2pPr marL="914400" marR="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</a:defRPr>
            </a:lvl2pPr>
            <a:lvl3pPr marL="1371600" marR="0" lvl="2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</a:defRPr>
            </a:lvl3pPr>
            <a:lvl4pPr marL="1828800" marR="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</a:defRPr>
            </a:lvl4pPr>
            <a:lvl5pPr marL="2286000" marR="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marR="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marR="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marR="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379016088" name="Google Shape;53;p13"/>
          <p:cNvSpPr txBox="1"/>
          <p:nvPr/>
        </p:nvSpPr>
        <p:spPr bwMode="auto">
          <a:xfrm>
            <a:off x="-865051" y="4134125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10739663" name="Google Shape;54;p13"/>
          <p:cNvSpPr txBox="1"/>
          <p:nvPr/>
        </p:nvSpPr>
        <p:spPr bwMode="auto">
          <a:xfrm>
            <a:off x="-865051" y="4134125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47917880" name="Google Shape;55;p13"/>
          <p:cNvSpPr txBox="1"/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Golos Text"/>
                <a:ea typeface="Golos Text"/>
                <a:cs typeface="Golos Text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Golos Text"/>
                <a:ea typeface="Golos Text"/>
                <a:cs typeface="Golos Text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Golos Text"/>
                <a:ea typeface="Golos Text"/>
                <a:cs typeface="Golos Text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Golos Text"/>
                <a:ea typeface="Golos Text"/>
                <a:cs typeface="Golos Text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Golos Text"/>
                <a:ea typeface="Golos Text"/>
                <a:cs typeface="Golos Text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Golos Text"/>
                <a:ea typeface="Golos Text"/>
                <a:cs typeface="Golos Text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Golos Text"/>
                <a:ea typeface="Golos Text"/>
                <a:cs typeface="Golos Text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Golos Text"/>
                <a:ea typeface="Golos Text"/>
                <a:cs typeface="Golos Text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Golos Text"/>
                <a:ea typeface="Golos Text"/>
                <a:cs typeface="Golos Text"/>
              </a:defRPr>
            </a:lvl9pPr>
          </a:lstStyle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</p:sldLayoutIdLst>
  <p:hf dt="0" ftr="0" hdr="0" sldNum="1"/>
  <p:txStyles>
    <p:title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defPPr marR="0" lvl="0" algn="l">
        <a:lnSpc>
          <a:spcPct val="100000"/>
        </a:lnSpc>
        <a:spcBef>
          <a:spcPts val="0"/>
        </a:spcBef>
        <a:spcAft>
          <a:spcPts val="0"/>
        </a:spcAft>
      </a:defPPr>
      <a:lvl1pPr marR="0" lv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1pPr>
      <a:lvl2pPr marR="0" lvl="1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2pPr>
      <a:lvl3pPr marR="0" lvl="2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3pPr>
      <a:lvl4pPr marR="0" lvl="3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4pPr>
      <a:lvl5pPr marR="0" lvl="4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5pPr>
      <a:lvl6pPr marR="0" lvl="5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6pPr>
      <a:lvl7pPr marR="0" lvl="6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7pPr>
      <a:lvl8pPr marR="0" lvl="7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8pPr>
      <a:lvl9pPr marR="0" lvl="8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1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jpg"/><Relationship Id="rId4" Type="http://schemas.openxmlformats.org/officeDocument/2006/relationships/comments" Target="../comments/commen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4.xml"/><Relationship Id="rId3" Type="http://schemas.openxmlformats.org/officeDocument/2006/relationships/comments" Target="../comments/comment2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>
          <a:blip r:embed="rId3">
            <a:alphaModFix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0091364" name="Google Shape;200;p36"/>
          <p:cNvSpPr txBox="1"/>
          <p:nvPr>
            <p:ph type="title"/>
          </p:nvPr>
        </p:nvSpPr>
        <p:spPr bwMode="auto">
          <a:xfrm flipH="0" flipV="0">
            <a:off x="1371600" y="2219324"/>
            <a:ext cx="6465848" cy="992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4" tIns="45699" rIns="91424" bIns="45699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los Text SemiBold"/>
              <a:buNone/>
              <a:defRPr/>
            </a:pPr>
            <a:r>
              <a:rPr lang="ru" sz="2100" b="1" i="0" u="none" strike="noStrike" cap="none" spc="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</a:rPr>
              <a:t>Проектирование функциональной модели </a:t>
            </a:r>
            <a:r>
              <a:rPr lang="ru-RU" sz="2100" b="1" i="0" u="none" strike="noStrike" cap="none" spc="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</a:rPr>
              <a:t>АИС</a:t>
            </a:r>
            <a:r>
              <a:rPr lang="ru" sz="2100" b="1" i="0" u="none" strike="noStrike" cap="none" spc="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</a:rPr>
              <a:t> </a:t>
            </a:r>
            <a:r>
              <a:rPr lang="ru-RU" sz="2100" b="1" i="0" u="none" strike="noStrike" cap="none" spc="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</a:rPr>
              <a:t>для </a:t>
            </a:r>
            <a:r>
              <a:rPr lang="ru" sz="2100" b="1" i="0" u="none" strike="noStrike" cap="none" spc="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</a:rPr>
              <a:t>управления кредитной задолженностью банка</a:t>
            </a:r>
            <a:endParaRPr sz="2000">
              <a:solidFill>
                <a:schemeClr val="lt1"/>
              </a:solidFill>
            </a:endParaRPr>
          </a:p>
        </p:txBody>
      </p:sp>
      <p:sp>
        <p:nvSpPr>
          <p:cNvPr id="694584597" name="Google Shape;201;p36"/>
          <p:cNvSpPr txBox="1"/>
          <p:nvPr/>
        </p:nvSpPr>
        <p:spPr bwMode="auto">
          <a:xfrm>
            <a:off x="5047425" y="4160625"/>
            <a:ext cx="4096800" cy="9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1600">
                <a:solidFill>
                  <a:schemeClr val="lt1"/>
                </a:solidFill>
                <a:latin typeface="Golos Text"/>
                <a:ea typeface="Golos Text"/>
                <a:cs typeface="Golos Text"/>
              </a:rPr>
              <a:t>Выполнили:</a:t>
            </a:r>
            <a:br>
              <a:rPr lang="ru" sz="1600">
                <a:solidFill>
                  <a:schemeClr val="lt1"/>
                </a:solidFill>
                <a:latin typeface="Golos Text"/>
                <a:ea typeface="Golos Text"/>
                <a:cs typeface="Golos Text"/>
              </a:rPr>
            </a:br>
            <a:r>
              <a:rPr lang="ru" sz="1600">
                <a:solidFill>
                  <a:schemeClr val="lt1"/>
                </a:solidFill>
                <a:latin typeface="Golos Text"/>
                <a:ea typeface="Golos Text"/>
                <a:cs typeface="Golos Text"/>
              </a:rPr>
              <a:t>Малыхин Никита Сергеевич К3241 </a:t>
            </a:r>
            <a:br>
              <a:rPr lang="ru" sz="1600">
                <a:solidFill>
                  <a:schemeClr val="lt1"/>
                </a:solidFill>
                <a:latin typeface="Golos Text"/>
                <a:ea typeface="Golos Text"/>
                <a:cs typeface="Golos Text"/>
              </a:rPr>
            </a:br>
            <a:r>
              <a:rPr lang="ru" sz="1600">
                <a:solidFill>
                  <a:schemeClr val="lt1"/>
                </a:solidFill>
                <a:latin typeface="Golos Text"/>
                <a:ea typeface="Golos Text"/>
                <a:cs typeface="Golos Text"/>
              </a:rPr>
              <a:t>Чекушин Владислав Сергеевич К3241</a:t>
            </a:r>
            <a:endParaRPr sz="1600">
              <a:solidFill>
                <a:schemeClr val="lt1"/>
              </a:solidFill>
              <a:latin typeface="Golos Text"/>
              <a:ea typeface="Golos Text"/>
              <a:cs typeface="Golos Text"/>
            </a:endParaRP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br>
              <a:rPr lang="ru" sz="1000">
                <a:solidFill>
                  <a:schemeClr val="lt1"/>
                </a:solidFill>
                <a:latin typeface="Golos Text"/>
                <a:ea typeface="Golos Text"/>
                <a:cs typeface="Golos Text"/>
              </a:rPr>
            </a:br>
            <a:endParaRPr sz="1900">
              <a:solidFill>
                <a:schemeClr val="dk1"/>
              </a:solidFill>
              <a:latin typeface="Golos Text"/>
              <a:ea typeface="Golos Text"/>
              <a:cs typeface="Golos Text"/>
            </a:endParaRPr>
          </a:p>
        </p:txBody>
      </p:sp>
      <p:sp>
        <p:nvSpPr>
          <p:cNvPr id="1005181038" name="Google Shape;202;p36"/>
          <p:cNvSpPr txBox="1"/>
          <p:nvPr/>
        </p:nvSpPr>
        <p:spPr bwMode="auto">
          <a:xfrm>
            <a:off x="0" y="4345375"/>
            <a:ext cx="3717300" cy="7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1600">
                <a:solidFill>
                  <a:schemeClr val="lt1"/>
                </a:solidFill>
                <a:latin typeface="Golos Text"/>
                <a:ea typeface="Golos Text"/>
                <a:cs typeface="Golos Text"/>
              </a:rPr>
              <a:t>Преподаватель: </a:t>
            </a:r>
            <a:endParaRPr sz="1600">
              <a:solidFill>
                <a:schemeClr val="lt1"/>
              </a:solidFill>
              <a:latin typeface="Golos Text"/>
              <a:ea typeface="Golos Text"/>
              <a:cs typeface="Golos Tex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1600">
                <a:solidFill>
                  <a:schemeClr val="lt1"/>
                </a:solidFill>
                <a:latin typeface="Golos Text"/>
                <a:ea typeface="Golos Text"/>
                <a:cs typeface="Golos Text"/>
              </a:rPr>
              <a:t>Говорова Марина Михайловна</a:t>
            </a:r>
            <a:endParaRPr sz="2600">
              <a:solidFill>
                <a:schemeClr val="dk1"/>
              </a:solidFill>
              <a:latin typeface="Golos Text"/>
              <a:ea typeface="Golos Text"/>
              <a:cs typeface="Golos Text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2403831" name="Google Shape;207;p37"/>
          <p:cNvSpPr txBox="1"/>
          <p:nvPr>
            <p:ph type="title"/>
          </p:nvPr>
        </p:nvSpPr>
        <p:spPr bwMode="auto">
          <a:xfrm>
            <a:off x="457200" y="306435"/>
            <a:ext cx="6291943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Golos Text SemiBold"/>
              <a:buNone/>
              <a:defRPr/>
            </a:pPr>
            <a:r>
              <a:rPr lang="ru"/>
              <a:t>Описание предметной области</a:t>
            </a:r>
            <a:endParaRPr/>
          </a:p>
        </p:txBody>
      </p:sp>
      <p:pic>
        <p:nvPicPr>
          <p:cNvPr id="1932752825" name="Google Shape;209;p37" descr="Банк Кредит, Потребительский кредит Плоский Вектор Концепция | Премиум  вектор"/>
          <p:cNvPicPr/>
          <p:nvPr/>
        </p:nvPicPr>
        <p:blipFill>
          <a:blip r:embed="rId3">
            <a:alphaModFix/>
          </a:blip>
          <a:srcRect l="0" t="0" r="0" b="0"/>
          <a:stretch/>
        </p:blipFill>
        <p:spPr bwMode="auto">
          <a:xfrm>
            <a:off x="582850" y="1268525"/>
            <a:ext cx="4229924" cy="3196075"/>
          </a:xfrm>
          <a:prstGeom prst="rect">
            <a:avLst/>
          </a:prstGeom>
          <a:noFill/>
          <a:ln>
            <a:noFill/>
          </a:ln>
        </p:spPr>
      </p:pic>
      <p:sp>
        <p:nvSpPr>
          <p:cNvPr id="851920035" name="Google Shape;210;p37"/>
          <p:cNvSpPr txBox="1"/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571784567" name=""/>
          <p:cNvSpPr txBox="1"/>
          <p:nvPr/>
        </p:nvSpPr>
        <p:spPr bwMode="auto">
          <a:xfrm flipH="0" flipV="0">
            <a:off x="5492327" y="1274379"/>
            <a:ext cx="2911120" cy="2834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en-US" sz="12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Процесс погашения кредитной задолженности заемщиком банка</a:t>
            </a:r>
            <a:r>
              <a:rPr lang="en-US" sz="1200"/>
              <a:t>:</a:t>
            </a:r>
            <a:endParaRPr sz="12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Заключение и регистрация кредитного договора</a:t>
            </a:r>
            <a:endParaRPr sz="12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Формирование графика выплат</a:t>
            </a:r>
            <a:endParaRPr sz="12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Ежемесячное внесение платежей</a:t>
            </a:r>
            <a:endParaRPr sz="12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Начисление пени при просрочке</a:t>
            </a:r>
            <a:endParaRPr sz="12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Уведомление заемщиков</a:t>
            </a:r>
            <a:endParaRPr sz="12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endParaRPr sz="1200" b="1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1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Проблемы текущей системы:</a:t>
            </a:r>
            <a:endParaRPr sz="12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Отсутствие централизованной базы данных</a:t>
            </a:r>
            <a:endParaRPr sz="12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Ручной контроль платежей</a:t>
            </a:r>
            <a:endParaRPr sz="1200" b="0" i="0" u="none" strike="noStrike" cap="none" spc="0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defRPr/>
            </a:pPr>
            <a:r>
              <a:rPr lang="en-US" sz="12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rPr>
              <a:t>• Отсутствие автоматических уведомлений</a:t>
            </a:r>
            <a:endParaRPr sz="120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3061988" name="Google Shape;215;p38"/>
          <p:cNvSpPr txBox="1"/>
          <p:nvPr>
            <p:ph type="body" idx="1"/>
          </p:nvPr>
        </p:nvSpPr>
        <p:spPr bwMode="auto">
          <a:xfrm>
            <a:off x="508000" y="1692324"/>
            <a:ext cx="3674700" cy="20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381000" lvl="0" indent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sz="1200" b="0" i="0" u="none" strike="noStrike" cap="none" spc="0">
                <a:solidFill>
                  <a:schemeClr val="dk1"/>
                </a:solidFill>
                <a:latin typeface="Golos Text"/>
                <a:ea typeface="Golos Text"/>
                <a:cs typeface="Golos Text"/>
              </a:rPr>
              <a:t>Проектирование функциональной модели АИС управления кредитной задолженностью для компании «КредитСофт»</a:t>
            </a:r>
            <a:endParaRPr/>
          </a:p>
          <a:p>
            <a:pPr marL="0" lvl="0" indent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/>
            </a:pPr>
            <a:endParaRPr/>
          </a:p>
        </p:txBody>
      </p:sp>
      <p:sp>
        <p:nvSpPr>
          <p:cNvPr id="88347436" name="Google Shape;216;p38"/>
          <p:cNvSpPr txBox="1"/>
          <p:nvPr>
            <p:ph type="body" idx="2"/>
          </p:nvPr>
        </p:nvSpPr>
        <p:spPr bwMode="auto">
          <a:xfrm>
            <a:off x="507999" y="1182459"/>
            <a:ext cx="29610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b="1" u="none">
                <a:latin typeface="Arial"/>
                <a:ea typeface="Arial"/>
                <a:cs typeface="Arial"/>
              </a:rPr>
              <a:t>Цель</a:t>
            </a:r>
            <a:endParaRPr sz="2100"/>
          </a:p>
        </p:txBody>
      </p:sp>
      <p:sp>
        <p:nvSpPr>
          <p:cNvPr id="628614028" name="Google Shape;217;p38"/>
          <p:cNvSpPr txBox="1"/>
          <p:nvPr>
            <p:ph type="title"/>
          </p:nvPr>
        </p:nvSpPr>
        <p:spPr bwMode="auto">
          <a:xfrm>
            <a:off x="203875" y="145550"/>
            <a:ext cx="7082100" cy="7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/>
            </a:pPr>
            <a:r>
              <a:rPr lang="ru"/>
              <a:t>Цель и задача проекта</a:t>
            </a:r>
            <a:endParaRPr/>
          </a:p>
        </p:txBody>
      </p:sp>
      <p:sp>
        <p:nvSpPr>
          <p:cNvPr id="550369281" name="Google Shape;218;p38"/>
          <p:cNvSpPr txBox="1"/>
          <p:nvPr>
            <p:ph type="body" idx="3"/>
          </p:nvPr>
        </p:nvSpPr>
        <p:spPr bwMode="auto">
          <a:xfrm>
            <a:off x="4818612" y="2697324"/>
            <a:ext cx="4143900" cy="2239500"/>
          </a:xfrm>
          <a:prstGeom prst="rect">
            <a:avLst/>
          </a:prstGeom>
          <a:noFill/>
          <a:ln>
            <a:noFill/>
          </a:ln>
        </p:spPr>
        <p:txBody>
          <a:bodyPr spcFirstLastPara="1" vertOverflow="overflow" horzOverflow="overflow" vert="horz" wrap="square" lIns="91424" tIns="45699" rIns="91424" bIns="45699" numCol="1" spcCol="0" rtlCol="0" fromWordArt="0" anchor="t" anchorCtr="0" forceAA="0" upright="0" compatLnSpc="0">
            <a:normAutofit/>
          </a:bodyPr>
          <a:lstStyle/>
          <a:p>
            <a:pPr marL="446393" indent="-217793">
              <a:buClr>
                <a:schemeClr val="dk1"/>
              </a:buClr>
              <a:buSzPts val="1200"/>
              <a:buFont typeface="Arial"/>
              <a:buAutoNum type="arabicPeriod"/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Golos Text"/>
                <a:ea typeface="Golos Text"/>
                <a:cs typeface="Golos Text"/>
              </a:rPr>
              <a:t>Определить назначение ИС</a:t>
            </a:r>
            <a:endParaRPr lang="en-US" sz="1200" b="0" i="0" u="none" strike="noStrike" cap="none" spc="0">
              <a:solidFill>
                <a:schemeClr val="dk1"/>
              </a:solidFill>
              <a:latin typeface="Golos Text"/>
              <a:cs typeface="Golos Text"/>
            </a:endParaRPr>
          </a:p>
          <a:p>
            <a:pPr marL="446393" indent="-217793">
              <a:buClr>
                <a:schemeClr val="dk1"/>
              </a:buClr>
              <a:buSzPts val="1200"/>
              <a:buFont typeface="Arial"/>
              <a:buAutoNum type="arabicPeriod"/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Golos Text"/>
                <a:ea typeface="Golos Text"/>
                <a:cs typeface="Golos Text"/>
              </a:rPr>
              <a:t>Выделить основной процесс</a:t>
            </a:r>
            <a:endParaRPr lang="en-US" sz="1200" b="0" i="0" u="none" strike="noStrike" cap="none" spc="0">
              <a:solidFill>
                <a:schemeClr val="dk1"/>
              </a:solidFill>
              <a:latin typeface="Golos Text"/>
              <a:cs typeface="Golos Text"/>
            </a:endParaRPr>
          </a:p>
          <a:p>
            <a:pPr marL="446393" indent="-217793">
              <a:buClr>
                <a:schemeClr val="dk1"/>
              </a:buClr>
              <a:buSzPts val="1200"/>
              <a:buFont typeface="Arial"/>
              <a:buAutoNum type="arabicPeriod"/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Golos Text"/>
                <a:ea typeface="Golos Text"/>
                <a:cs typeface="Golos Text"/>
              </a:rPr>
              <a:t>Определить внешние сущности</a:t>
            </a:r>
            <a:endParaRPr lang="en-US" sz="1200" b="0" i="0" u="none" strike="noStrike" cap="none" spc="0">
              <a:solidFill>
                <a:schemeClr val="dk1"/>
              </a:solidFill>
              <a:latin typeface="Golos Text"/>
              <a:cs typeface="Golos Text"/>
            </a:endParaRPr>
          </a:p>
          <a:p>
            <a:pPr marL="446393" indent="-217793">
              <a:buClr>
                <a:schemeClr val="dk1"/>
              </a:buClr>
              <a:buSzPts val="1200"/>
              <a:buFont typeface="Arial"/>
              <a:buAutoNum type="arabicPeriod"/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Golos Text"/>
                <a:ea typeface="Golos Text"/>
                <a:cs typeface="Golos Text"/>
              </a:rPr>
              <a:t>Определить потоки данных</a:t>
            </a:r>
            <a:endParaRPr lang="en-US" sz="1200" b="0" i="0" u="none" strike="noStrike" cap="none" spc="0">
              <a:solidFill>
                <a:schemeClr val="dk1"/>
              </a:solidFill>
              <a:latin typeface="Golos Text"/>
              <a:cs typeface="Golos Text"/>
            </a:endParaRPr>
          </a:p>
          <a:p>
            <a:pPr marL="446393" indent="-217793">
              <a:buClr>
                <a:schemeClr val="dk1"/>
              </a:buClr>
              <a:buSzPts val="1200"/>
              <a:buFont typeface="Arial"/>
              <a:buAutoNum type="arabicPeriod"/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Golos Text"/>
                <a:ea typeface="Golos Text"/>
                <a:cs typeface="Golos Text"/>
              </a:rPr>
              <a:t>Построить контекстную диаграмму A-0</a:t>
            </a:r>
            <a:endParaRPr lang="en-US" sz="1200" b="0" i="0" u="none" strike="noStrike" cap="none" spc="0">
              <a:solidFill>
                <a:schemeClr val="dk1"/>
              </a:solidFill>
              <a:latin typeface="Golos Text"/>
              <a:cs typeface="Golos Text"/>
            </a:endParaRPr>
          </a:p>
          <a:p>
            <a:pPr marL="446393" indent="-217793">
              <a:buClr>
                <a:schemeClr val="dk1"/>
              </a:buClr>
              <a:buSzPts val="1200"/>
              <a:buFont typeface="Arial"/>
              <a:buAutoNum type="arabicPeriod"/>
              <a:defRPr/>
            </a:pPr>
            <a:r>
              <a:rPr lang="en-US" sz="1200" b="0" i="0" u="none" strike="noStrike" cap="none" spc="0">
                <a:solidFill>
                  <a:schemeClr val="dk1"/>
                </a:solidFill>
                <a:latin typeface="Golos Text"/>
                <a:ea typeface="Golos Text"/>
                <a:cs typeface="Golos Text"/>
              </a:rPr>
              <a:t>Выполнить декомпозицию до уровня A0</a:t>
            </a:r>
            <a:endParaRPr/>
          </a:p>
        </p:txBody>
      </p:sp>
      <p:sp>
        <p:nvSpPr>
          <p:cNvPr id="710355730" name="Google Shape;219;p38"/>
          <p:cNvSpPr txBox="1"/>
          <p:nvPr>
            <p:ph type="body" idx="4"/>
          </p:nvPr>
        </p:nvSpPr>
        <p:spPr bwMode="auto">
          <a:xfrm>
            <a:off x="5000175" y="2320328"/>
            <a:ext cx="29610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None/>
              <a:defRPr/>
            </a:pPr>
            <a:r>
              <a:rPr lang="ru" u="none"/>
              <a:t>Задачи</a:t>
            </a:r>
            <a:endParaRPr u="none"/>
          </a:p>
        </p:txBody>
      </p:sp>
      <p:sp>
        <p:nvSpPr>
          <p:cNvPr id="1758699008" name="Google Shape;220;p38"/>
          <p:cNvSpPr txBox="1"/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4474107" name="Google Shape;225;p39"/>
          <p:cNvSpPr txBox="1"/>
          <p:nvPr>
            <p:ph type="title"/>
          </p:nvPr>
        </p:nvSpPr>
        <p:spPr bwMode="auto">
          <a:xfrm>
            <a:off x="457200" y="306435"/>
            <a:ext cx="6824382" cy="5272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Golos Text SemiBold"/>
              <a:buNone/>
              <a:defRPr/>
            </a:pPr>
            <a:r>
              <a:rPr lang="ru"/>
              <a:t>Методы и средства реализации</a:t>
            </a:r>
            <a:endParaRPr/>
          </a:p>
        </p:txBody>
      </p:sp>
      <p:sp>
        <p:nvSpPr>
          <p:cNvPr id="974305867" name="Google Shape;226;p39"/>
          <p:cNvSpPr txBox="1"/>
          <p:nvPr>
            <p:ph type="body" idx="1"/>
          </p:nvPr>
        </p:nvSpPr>
        <p:spPr bwMode="auto">
          <a:xfrm>
            <a:off x="457200" y="1507543"/>
            <a:ext cx="7467600" cy="344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457200" lvl="0" indent="-31115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300"/>
              <a:buChar char="●"/>
              <a:defRPr/>
            </a:pPr>
            <a:r>
              <a:rPr lang="ru" sz="1300">
                <a:latin typeface="Arial"/>
                <a:ea typeface="Arial"/>
                <a:cs typeface="Arial"/>
              </a:rPr>
              <a:t>Методология: </a:t>
            </a:r>
            <a:r>
              <a:rPr lang="ru" sz="1300" b="1">
                <a:latin typeface="Arial"/>
                <a:ea typeface="Arial"/>
                <a:cs typeface="Arial"/>
              </a:rPr>
              <a:t>Data Flow Diagrams (DFD)</a:t>
            </a:r>
            <a:br>
              <a:rPr lang="ru" sz="1300" b="1">
                <a:latin typeface="Arial"/>
                <a:ea typeface="Arial"/>
                <a:cs typeface="Arial"/>
              </a:rPr>
            </a:br>
            <a:endParaRPr sz="1300" b="1">
              <a:latin typeface="Arial"/>
              <a:ea typeface="Arial"/>
              <a:cs typeface="Arial"/>
            </a:endParaRPr>
          </a:p>
          <a:p>
            <a:pPr marL="457200" lvl="0" indent="-3111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pPr>
            <a:r>
              <a:rPr lang="ru" sz="1300">
                <a:latin typeface="Arial"/>
                <a:ea typeface="Arial"/>
                <a:cs typeface="Arial"/>
              </a:rPr>
              <a:t>Уровни моделирования: </a:t>
            </a:r>
            <a:r>
              <a:rPr lang="ru" sz="1300" b="1">
                <a:latin typeface="Arial"/>
                <a:ea typeface="Arial"/>
                <a:cs typeface="Arial"/>
              </a:rPr>
              <a:t>контекстный (A-0)</a:t>
            </a:r>
            <a:r>
              <a:rPr lang="ru" sz="1300">
                <a:latin typeface="Arial"/>
                <a:ea typeface="Arial"/>
                <a:cs typeface="Arial"/>
              </a:rPr>
              <a:t> и </a:t>
            </a:r>
            <a:r>
              <a:rPr lang="ru" sz="1300" b="1">
                <a:latin typeface="Arial"/>
                <a:ea typeface="Arial"/>
                <a:cs typeface="Arial"/>
              </a:rPr>
              <a:t>детализированный (A0)</a:t>
            </a:r>
            <a:br>
              <a:rPr lang="ru" sz="1300" b="1">
                <a:latin typeface="Arial"/>
                <a:ea typeface="Arial"/>
                <a:cs typeface="Arial"/>
              </a:rPr>
            </a:br>
            <a:endParaRPr sz="1300" b="1">
              <a:latin typeface="Arial"/>
              <a:ea typeface="Arial"/>
              <a:cs typeface="Arial"/>
            </a:endParaRPr>
          </a:p>
          <a:p>
            <a:pPr marL="457200" lvl="0" indent="-3111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pPr>
            <a:r>
              <a:rPr lang="ru" sz="1300">
                <a:latin typeface="Arial"/>
                <a:ea typeface="Arial"/>
                <a:cs typeface="Arial"/>
              </a:rPr>
              <a:t>CASE-средство: </a:t>
            </a:r>
            <a:r>
              <a:rPr lang="ru" sz="1300" b="1">
                <a:latin typeface="Arial"/>
                <a:ea typeface="Arial"/>
                <a:cs typeface="Arial"/>
              </a:rPr>
              <a:t>CA ERwin Process Modeler</a:t>
            </a:r>
            <a:endParaRPr sz="1800"/>
          </a:p>
        </p:txBody>
      </p:sp>
      <p:sp>
        <p:nvSpPr>
          <p:cNvPr id="1646811629" name="Google Shape;227;p39"/>
          <p:cNvSpPr txBox="1"/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9593072" name="Google Shape;239;p41"/>
          <p:cNvSpPr txBox="1"/>
          <p:nvPr>
            <p:ph type="title"/>
          </p:nvPr>
        </p:nvSpPr>
        <p:spPr bwMode="auto">
          <a:xfrm>
            <a:off x="457200" y="110875"/>
            <a:ext cx="7467600" cy="8337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/>
            </a:pPr>
            <a:r>
              <a:rPr lang="ru" sz="2800"/>
              <a:t>Осн. процесс и внешн. сущности</a:t>
            </a:r>
            <a:endParaRPr sz="2800"/>
          </a:p>
        </p:txBody>
      </p:sp>
      <p:sp>
        <p:nvSpPr>
          <p:cNvPr id="152373147" name="Google Shape;240;p41"/>
          <p:cNvSpPr txBox="1"/>
          <p:nvPr>
            <p:ph type="body" idx="1"/>
          </p:nvPr>
        </p:nvSpPr>
        <p:spPr bwMode="auto">
          <a:xfrm>
            <a:off x="457200" y="1211943"/>
            <a:ext cx="7467600" cy="3447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None/>
              <a:defRPr/>
            </a:pPr>
            <a:r>
              <a:rPr lang="ru" b="1"/>
              <a:t>Основной процесс:</a:t>
            </a:r>
            <a:endParaRPr b="1"/>
          </a:p>
          <a:p>
            <a:pPr marL="457200" lvl="0" indent="-31750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SzPts val="1400"/>
              <a:buFont typeface="Golos Text"/>
              <a:buChar char="●"/>
              <a:defRPr/>
            </a:pPr>
            <a:r>
              <a:rPr lang="ru" sz="1400" b="0" i="0" u="none" strike="noStrike" cap="none" spc="0">
                <a:solidFill>
                  <a:schemeClr val="dk1"/>
                </a:solidFill>
                <a:latin typeface="Golos Text"/>
                <a:ea typeface="Golos Text"/>
                <a:cs typeface="Golos Text"/>
              </a:rPr>
              <a:t>Управлять погашением кредитной задолженности</a:t>
            </a:r>
            <a:endParaRPr/>
          </a:p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ru" b="1"/>
              <a:t>Внешние сущности:</a:t>
            </a:r>
            <a:endParaRPr b="1"/>
          </a:p>
          <a:p>
            <a:pPr marL="457200" lvl="0" indent="-317500" algn="l">
              <a:lnSpc>
                <a:spcPct val="114999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  <a:defRPr/>
            </a:pPr>
            <a:r>
              <a:rPr lang="ru" u="sng"/>
              <a:t>Заемщик</a:t>
            </a:r>
            <a:r>
              <a:rPr lang="ru"/>
              <a:t> — </a:t>
            </a:r>
            <a:r>
              <a:rPr lang="ru"/>
              <a:t>подает</a:t>
            </a:r>
            <a:r>
              <a:rPr lang="ru"/>
              <a:t> заявку, вносит платежи, получает уведомления</a:t>
            </a:r>
            <a:br>
              <a:rPr lang="ru"/>
            </a:br>
            <a:endParaRPr/>
          </a:p>
          <a:p>
            <a:pPr marL="457200" lvl="0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pPr>
            <a:r>
              <a:rPr lang="ru" sz="1400" b="0" i="0" u="sng" strike="noStrike" cap="none" spc="0">
                <a:solidFill>
                  <a:schemeClr val="dk1"/>
                </a:solidFill>
                <a:latin typeface="Golos Text"/>
                <a:ea typeface="Golos Text"/>
                <a:cs typeface="Golos Text"/>
              </a:rPr>
              <a:t>Сотрудник кредитного отдела</a:t>
            </a:r>
            <a:r>
              <a:rPr lang="ru"/>
              <a:t>— регистрирует договоры, анализирует выплаты</a:t>
            </a:r>
            <a:br>
              <a:rPr lang="ru"/>
            </a:br>
            <a:endParaRPr/>
          </a:p>
          <a:p>
            <a:pPr marL="457200" lvl="0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pPr>
            <a:r>
              <a:rPr lang="ru" sz="1400" b="0" i="0" u="sng" strike="noStrike" cap="none" spc="0">
                <a:solidFill>
                  <a:schemeClr val="dk1"/>
                </a:solidFill>
                <a:latin typeface="Golos Text"/>
                <a:ea typeface="Golos Text"/>
                <a:cs typeface="Golos Text"/>
              </a:rPr>
              <a:t>Администратор системы</a:t>
            </a:r>
            <a:r>
              <a:rPr lang="ru"/>
              <a:t> — контролирует соблюдение сроков выплат</a:t>
            </a:r>
            <a:br>
              <a:rPr lang="ru"/>
            </a:br>
            <a:endParaRPr/>
          </a:p>
          <a:p>
            <a:pPr marL="457200" lvl="0" indent="-317500" algn="l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pPr>
            <a:r>
              <a:rPr lang="ru" sz="1400" b="0" i="0" u="sng" strike="noStrike" cap="none" spc="0">
                <a:solidFill>
                  <a:schemeClr val="dk1"/>
                </a:solidFill>
                <a:latin typeface="Golos Text"/>
                <a:ea typeface="Golos Text"/>
                <a:cs typeface="Golos Text"/>
              </a:rPr>
              <a:t>Почтовый сервис</a:t>
            </a:r>
            <a:r>
              <a:rPr lang="ru"/>
              <a:t> — осуществляет отправку уведомлении</a:t>
            </a:r>
            <a:endParaRPr/>
          </a:p>
          <a:p>
            <a:pPr marL="0" lvl="0" indent="0" algn="l">
              <a:spcBef>
                <a:spcPts val="1200"/>
              </a:spcBef>
              <a:spcAft>
                <a:spcPts val="0"/>
              </a:spcAft>
              <a:buNone/>
              <a:defRPr/>
            </a:pPr>
            <a:endParaRPr/>
          </a:p>
        </p:txBody>
      </p:sp>
      <p:sp>
        <p:nvSpPr>
          <p:cNvPr id="1964949276" name="Google Shape;241;p41"/>
          <p:cNvSpPr txBox="1"/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32324945" name="Google Shape;253;p43"/>
          <p:cNvSpPr txBox="1"/>
          <p:nvPr>
            <p:ph type="title"/>
          </p:nvPr>
        </p:nvSpPr>
        <p:spPr bwMode="auto"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1200"/>
              </a:spcAft>
              <a:buNone/>
              <a:defRPr/>
            </a:pPr>
            <a:r>
              <a:rPr lang="ru" sz="2900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Контекстная диаграмма уровня А-0</a:t>
            </a:r>
            <a:endParaRPr/>
          </a:p>
        </p:txBody>
      </p:sp>
      <p:sp>
        <p:nvSpPr>
          <p:cNvPr id="1492189306" name="Google Shape;255;p43"/>
          <p:cNvSpPr txBox="1"/>
          <p:nvPr/>
        </p:nvSpPr>
        <p:spPr bwMode="auto">
          <a:xfrm>
            <a:off x="6656300" y="1742850"/>
            <a:ext cx="2660400" cy="16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1200"/>
              </a:spcAft>
              <a:buNone/>
              <a:defRPr/>
            </a:pPr>
            <a:r>
              <a:rPr lang="ru" sz="2900" b="1">
                <a:solidFill>
                  <a:schemeClr val="dk2"/>
                </a:solidFill>
              </a:rPr>
              <a:t>Контекстная диаграмма уровня А-0</a:t>
            </a:r>
            <a:endParaRPr sz="2900" b="1">
              <a:solidFill>
                <a:srgbClr val="FFFFFF"/>
              </a:solidFill>
            </a:endParaRPr>
          </a:p>
        </p:txBody>
      </p:sp>
      <p:sp>
        <p:nvSpPr>
          <p:cNvPr id="1373740484" name="Google Shape;256;p43"/>
          <p:cNvSpPr txBox="1"/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141867241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5" y="0"/>
            <a:ext cx="6656293" cy="514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022493" name="Google Shape;268;p45"/>
          <p:cNvSpPr txBox="1"/>
          <p:nvPr>
            <p:ph type="title"/>
          </p:nvPr>
        </p:nvSpPr>
        <p:spPr bwMode="auto"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1200"/>
              </a:spcAft>
              <a:buNone/>
              <a:defRPr/>
            </a:pPr>
            <a:r>
              <a:rPr lang="ru" sz="2900">
                <a:solidFill>
                  <a:srgbClr val="FFFFFF"/>
                </a:solidFill>
                <a:latin typeface="Arial"/>
                <a:ea typeface="Arial"/>
                <a:cs typeface="Arial"/>
              </a:rPr>
              <a:t>Контекстная диаграмма уровня А-0</a:t>
            </a:r>
            <a:endParaRPr/>
          </a:p>
        </p:txBody>
      </p:sp>
      <p:sp>
        <p:nvSpPr>
          <p:cNvPr id="1215027580" name="Google Shape;269;p45"/>
          <p:cNvSpPr txBox="1"/>
          <p:nvPr/>
        </p:nvSpPr>
        <p:spPr bwMode="auto">
          <a:xfrm>
            <a:off x="6656300" y="1742850"/>
            <a:ext cx="2660400" cy="16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lnSpc>
                <a:spcPct val="114999"/>
              </a:lnSpc>
              <a:spcBef>
                <a:spcPts val="1200"/>
              </a:spcBef>
              <a:spcAft>
                <a:spcPts val="1200"/>
              </a:spcAft>
              <a:buNone/>
              <a:defRPr/>
            </a:pPr>
            <a:r>
              <a:rPr lang="ru" sz="2900" b="1">
                <a:solidFill>
                  <a:schemeClr val="dk2"/>
                </a:solidFill>
              </a:rPr>
              <a:t>Контекстная диаграмма уровня А0</a:t>
            </a:r>
            <a:endParaRPr sz="2900" b="1">
              <a:solidFill>
                <a:srgbClr val="FFFFFF"/>
              </a:solidFill>
            </a:endParaRPr>
          </a:p>
        </p:txBody>
      </p:sp>
      <p:sp>
        <p:nvSpPr>
          <p:cNvPr id="1814079081" name="Google Shape;271;p45"/>
          <p:cNvSpPr txBox="1"/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7462965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0" y="0"/>
            <a:ext cx="6656293" cy="51435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1412155" name="Google Shape;261;p44"/>
          <p:cNvSpPr txBox="1"/>
          <p:nvPr>
            <p:ph type="title"/>
          </p:nvPr>
        </p:nvSpPr>
        <p:spPr bwMode="auto">
          <a:xfrm>
            <a:off x="457200" y="306435"/>
            <a:ext cx="6824400" cy="527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/>
              <a:t>Матрица списка событий</a:t>
            </a:r>
            <a:endParaRPr/>
          </a:p>
        </p:txBody>
      </p:sp>
      <p:graphicFrame>
        <p:nvGraphicFramePr>
          <p:cNvPr id="1300115097" name="Google Shape;262;p44"/>
          <p:cNvGraphicFramePr>
            <a:graphicFrameLocks xmlns:a="http://schemas.openxmlformats.org/drawingml/2006/main"/>
          </p:cNvGraphicFramePr>
          <p:nvPr/>
        </p:nvGraphicFramePr>
        <p:xfrm>
          <a:off x="560850" y="1087125"/>
          <a:ext cx="3000000" cy="3000000"/>
        </p:xfrm>
        <a:graphic>
          <a:graphicData uri="http://schemas.openxmlformats.org/drawingml/2006/table">
            <a:tbl>
              <a:tblPr firstRow="0" firstCol="0" lastRow="0" lastCol="0" bandRow="0" bandCol="0">
                <a:tableStyleId>{F881D1D8-8919-4FED-BC73-B33F8442779F}</a:tableStyleId>
                <a:noFill/>
              </a:tblPr>
              <a:tblGrid>
                <a:gridCol w="900000"/>
                <a:gridCol w="1800000"/>
                <a:gridCol w="1710000"/>
                <a:gridCol w="2192949"/>
              </a:tblGrid>
              <a:tr h="434513">
                <a:tc>
                  <a:txBody>
                    <a:bodyPr/>
                    <a:p>
                      <a:pPr marL="0" lvl="0" indent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200" b="1"/>
                        <a:t>Процесс</a:t>
                      </a:r>
                      <a:endParaRPr sz="1200" b="1"/>
                    </a:p>
                  </a:txBody>
                  <a:tcPr marL="91425" marR="91425" marT="91425" marB="91425">
                    <a:lnR w="9525" algn="ctr">
                      <a:solidFill>
                        <a:srgbClr val="9E9E9E"/>
                      </a:solidFill>
                    </a:lnR>
                  </a:tcPr>
                </a:tc>
                <a:tc>
                  <a:txBody>
                    <a:bodyPr/>
                    <a:p>
                      <a:pPr marL="0" lvl="0" indent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200" b="1"/>
                        <a:t>Событие</a:t>
                      </a:r>
                      <a:endParaRPr sz="1200" b="1"/>
                    </a:p>
                  </a:txBody>
                  <a:tcPr marL="91425" marR="91425" marT="91425" marB="91425">
                    <a:lnL w="9525" algn="ctr">
                      <a:solidFill>
                        <a:srgbClr val="9E9E9E"/>
                      </a:solidFill>
                    </a:lnL>
                    <a:lnR w="9525" algn="ctr">
                      <a:solidFill>
                        <a:srgbClr val="9E9E9E"/>
                      </a:solidFill>
                    </a:lnR>
                    <a:lnT w="9525" algn="ctr">
                      <a:solidFill>
                        <a:srgbClr val="9E9E9E"/>
                      </a:solidFill>
                    </a:lnT>
                    <a:lnB w="9525" algn="ctr">
                      <a:solidFill>
                        <a:srgbClr val="9E9E9E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200" b="1"/>
                        <a:t>Вход</a:t>
                      </a:r>
                      <a:endParaRPr sz="1200" b="1"/>
                    </a:p>
                  </a:txBody>
                  <a:tcPr marL="91425" marR="91425" marT="91425" marB="91425">
                    <a:lnL w="9525" algn="ctr">
                      <a:solidFill>
                        <a:srgbClr val="9E9E9E"/>
                      </a:solidFill>
                    </a:lnL>
                  </a:tcPr>
                </a:tc>
                <a:tc>
                  <a:txBody>
                    <a:bodyPr/>
                    <a:p>
                      <a:pPr marL="0" lvl="0" indent="0" algn="ctr">
                        <a:lnSpc>
                          <a:spcPct val="114999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200" b="1"/>
                        <a:t>Выход</a:t>
                      </a:r>
                      <a:endParaRPr sz="1200" b="1"/>
                    </a:p>
                  </a:txBody>
                  <a:tcPr marL="91425" marR="91425" marT="91425" marB="91425"/>
                </a:tc>
              </a:tr>
              <a:tr h="559893"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200"/>
                        <a:t>A</a:t>
                      </a:r>
                      <a:r>
                        <a:rPr lang="ru-RU" sz="1200"/>
                        <a:t>2</a:t>
                      </a:r>
                      <a:endParaRPr sz="1200"/>
                    </a:p>
                  </a:txBody>
                  <a:tcPr marL="91425" marR="91425" marT="91425" marB="91425">
                    <a:lnR w="9525" algn="ctr">
                      <a:solidFill>
                        <a:srgbClr val="9E9E9E"/>
                      </a:solidFill>
                    </a:lnR>
                  </a:tcPr>
                </a:tc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2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Заключен кредитный договор</a:t>
                      </a:r>
                      <a:endParaRPr sz="1200"/>
                    </a:p>
                  </a:txBody>
                  <a:tcPr marL="91425" marR="91425" marT="91425" marB="91425">
                    <a:lnL w="9525" algn="ctr">
                      <a:solidFill>
                        <a:srgbClr val="9E9E9E"/>
                      </a:solidFill>
                    </a:lnL>
                    <a:lnR w="9525" algn="ctr">
                      <a:solidFill>
                        <a:srgbClr val="9E9E9E"/>
                      </a:solidFill>
                    </a:lnR>
                    <a:lnT w="9525" algn="ctr">
                      <a:solidFill>
                        <a:srgbClr val="9E9E9E"/>
                      </a:solidFill>
                    </a:lnT>
                    <a:lnB w="9525" algn="ctr">
                      <a:solidFill>
                        <a:srgbClr val="9E9E9E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2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Данные заемщика</a:t>
                      </a:r>
                      <a:endParaRPr sz="1200"/>
                    </a:p>
                  </a:txBody>
                  <a:tcPr marL="91425" marR="91425" marT="91425" marB="91425">
                    <a:lnL w="9525" algn="ctr">
                      <a:solidFill>
                        <a:srgbClr val="9E9E9E"/>
                      </a:solidFill>
                    </a:lnL>
                  </a:tcPr>
                </a:tc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2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Договор зарегистрирован в журнале</a:t>
                      </a:r>
                      <a:endParaRPr sz="1200"/>
                    </a:p>
                  </a:txBody>
                  <a:tcPr marL="91425" marR="91425" marT="91425" marB="91425"/>
                </a:tc>
              </a:tr>
              <a:tr h="573662"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200"/>
                        <a:t>A</a:t>
                      </a:r>
                      <a:r>
                        <a:rPr lang="ru-RU" sz="1200"/>
                        <a:t>3</a:t>
                      </a:r>
                      <a:endParaRPr sz="1200"/>
                    </a:p>
                  </a:txBody>
                  <a:tcPr marL="91425" marR="91425" marT="91425" marB="91425">
                    <a:lnR w="9525" algn="ctr">
                      <a:solidFill>
                        <a:srgbClr val="9E9E9E"/>
                      </a:solidFill>
                    </a:lnR>
                  </a:tcPr>
                </a:tc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2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Определены параметры кредита</a:t>
                      </a:r>
                      <a:endParaRPr sz="1200"/>
                    </a:p>
                  </a:txBody>
                  <a:tcPr marL="91425" marR="91425" marT="91425" marB="91425">
                    <a:lnL w="9525" algn="ctr">
                      <a:solidFill>
                        <a:srgbClr val="9E9E9E"/>
                      </a:solidFill>
                    </a:lnL>
                    <a:lnR w="9525" algn="ctr">
                      <a:solidFill>
                        <a:srgbClr val="9E9E9E"/>
                      </a:solidFill>
                    </a:lnR>
                    <a:lnT w="9525" algn="ctr">
                      <a:solidFill>
                        <a:srgbClr val="9E9E9E"/>
                      </a:solidFill>
                    </a:lnT>
                    <a:lnB w="9525" algn="ctr">
                      <a:solidFill>
                        <a:srgbClr val="9E9E9E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2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Условия кредитного договора</a:t>
                      </a:r>
                      <a:endParaRPr sz="1200"/>
                    </a:p>
                  </a:txBody>
                  <a:tcPr marL="91425" marR="91425" marT="91425" marB="91425">
                    <a:lnL w="9525" algn="ctr">
                      <a:solidFill>
                        <a:srgbClr val="9E9E9E"/>
                      </a:solidFill>
                    </a:lnL>
                  </a:tcPr>
                </a:tc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2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Сформирован график выплат</a:t>
                      </a:r>
                      <a:endParaRPr sz="1200"/>
                    </a:p>
                  </a:txBody>
                  <a:tcPr marL="91425" marR="91425" marT="91425" marB="91425"/>
                </a:tc>
              </a:tr>
              <a:tr h="555336"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200"/>
                        <a:t>A</a:t>
                      </a:r>
                      <a:r>
                        <a:rPr lang="ru-RU" sz="1200"/>
                        <a:t>4</a:t>
                      </a:r>
                      <a:endParaRPr sz="1200"/>
                    </a:p>
                  </a:txBody>
                  <a:tcPr marL="91425" marR="91425" marT="91425" marB="91425">
                    <a:lnR w="9525" algn="ctr">
                      <a:solidFill>
                        <a:srgbClr val="9E9E9E"/>
                      </a:solidFill>
                    </a:lnR>
                  </a:tcPr>
                </a:tc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2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Поступил платеж от заемщика</a:t>
                      </a:r>
                      <a:endParaRPr sz="1200"/>
                    </a:p>
                  </a:txBody>
                  <a:tcPr marL="91425" marR="91425" marT="91425" marB="91425">
                    <a:lnL w="9525" algn="ctr">
                      <a:solidFill>
                        <a:srgbClr val="9E9E9E"/>
                      </a:solidFill>
                    </a:lnL>
                    <a:lnR w="9525" algn="ctr">
                      <a:solidFill>
                        <a:srgbClr val="9E9E9E"/>
                      </a:solidFill>
                    </a:lnR>
                    <a:lnT w="9525" algn="ctr">
                      <a:solidFill>
                        <a:srgbClr val="9E9E9E"/>
                      </a:solidFill>
                    </a:lnT>
                    <a:lnB w="9525" algn="ctr">
                      <a:solidFill>
                        <a:srgbClr val="9E9E9E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2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Данные платежа</a:t>
                      </a:r>
                      <a:endParaRPr sz="1200"/>
                    </a:p>
                  </a:txBody>
                  <a:tcPr marL="91425" marR="91425" marT="91425" marB="91425">
                    <a:lnL w="9525" algn="ctr">
                      <a:solidFill>
                        <a:srgbClr val="9E9E9E"/>
                      </a:solidFill>
                    </a:lnL>
                  </a:tcPr>
                </a:tc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2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Платеж учтен в реестре</a:t>
                      </a:r>
                      <a:endParaRPr sz="1200"/>
                    </a:p>
                  </a:txBody>
                  <a:tcPr marL="91425" marR="91425" marT="91425" marB="91425"/>
                </a:tc>
              </a:tr>
              <a:tr h="591988"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200"/>
                        <a:t>A</a:t>
                      </a:r>
                      <a:r>
                        <a:rPr lang="ru-RU" sz="1200"/>
                        <a:t>4</a:t>
                      </a:r>
                      <a:endParaRPr sz="1200"/>
                    </a:p>
                  </a:txBody>
                  <a:tcPr marL="91425" marR="91425" marT="91425" marB="91425">
                    <a:lnR w="9525" algn="ctr">
                      <a:solidFill>
                        <a:srgbClr val="9E9E9E"/>
                      </a:solidFill>
                    </a:lnR>
                  </a:tcPr>
                </a:tc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2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Обнаружена просрочка</a:t>
                      </a:r>
                      <a:endParaRPr sz="1200"/>
                    </a:p>
                  </a:txBody>
                  <a:tcPr marL="91425" marR="91425" marT="91425" marB="91425">
                    <a:lnL w="9525" algn="ctr">
                      <a:solidFill>
                        <a:srgbClr val="9E9E9E"/>
                      </a:solidFill>
                    </a:lnL>
                    <a:lnR w="9525" algn="ctr">
                      <a:solidFill>
                        <a:srgbClr val="9E9E9E"/>
                      </a:solidFill>
                    </a:lnR>
                    <a:lnT w="9525" algn="ctr">
                      <a:solidFill>
                        <a:srgbClr val="9E9E9E"/>
                      </a:solidFill>
                    </a:lnT>
                    <a:lnB w="9525" algn="ctr">
                      <a:solidFill>
                        <a:srgbClr val="9E9E9E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2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Плановый платеж и дата оплаты</a:t>
                      </a:r>
                      <a:endParaRPr sz="1200"/>
                    </a:p>
                  </a:txBody>
                  <a:tcPr marL="91425" marR="91425" marT="91425" marB="91425">
                    <a:lnL w="9525" algn="ctr">
                      <a:solidFill>
                        <a:srgbClr val="9E9E9E"/>
                      </a:solidFill>
                    </a:lnL>
                  </a:tcPr>
                </a:tc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2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Начислена пеня</a:t>
                      </a:r>
                      <a:endParaRPr sz="1200"/>
                    </a:p>
                  </a:txBody>
                  <a:tcPr marL="91425" marR="91425" marT="91425" marB="91425"/>
                </a:tc>
              </a:tr>
              <a:tr h="947335"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-RU" sz="1200"/>
                        <a:t>А5</a:t>
                      </a:r>
                      <a:endParaRPr sz="1200"/>
                    </a:p>
                  </a:txBody>
                  <a:tcPr marL="91424" marR="91424" marT="91424" marB="91424">
                    <a:lnR w="9524" algn="ctr">
                      <a:solidFill>
                        <a:srgbClr val="9E9E9E"/>
                      </a:solidFill>
                    </a:lnR>
                  </a:tcPr>
                </a:tc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-RU" sz="12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Получен запрос заемщика</a:t>
                      </a:r>
                      <a:endParaRPr sz="1200"/>
                    </a:p>
                  </a:txBody>
                  <a:tcPr marL="91424" marR="91424" marT="91424" marB="91424">
                    <a:lnL w="9524" algn="ctr">
                      <a:solidFill>
                        <a:srgbClr val="9E9E9E"/>
                      </a:solidFill>
                    </a:lnL>
                    <a:lnR w="9524" algn="ctr">
                      <a:solidFill>
                        <a:srgbClr val="9E9E9E"/>
                      </a:solidFill>
                    </a:lnR>
                    <a:lnT w="9524" algn="ctr">
                      <a:solidFill>
                        <a:srgbClr val="9E9E9E"/>
                      </a:solidFill>
                    </a:lnT>
                    <a:lnB w="9524" algn="ctr">
                      <a:solidFill>
                        <a:srgbClr val="9E9E9E"/>
                      </a:solidFill>
                    </a:lnB>
                  </a:tcPr>
                </a:tc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2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Запрос о состоянии задолженнос</a:t>
                      </a:r>
                      <a:r>
                        <a:rPr lang="ru-RU" sz="12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т</a:t>
                      </a:r>
                      <a:r>
                        <a:rPr lang="ru" sz="12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и</a:t>
                      </a:r>
                      <a:endParaRPr sz="1200"/>
                    </a:p>
                  </a:txBody>
                  <a:tcPr marL="91424" marR="91424" marT="91424" marB="91424">
                    <a:lnL w="9524" algn="ctr">
                      <a:solidFill>
                        <a:srgbClr val="9E9E9E"/>
                      </a:solidFill>
                    </a:lnL>
                  </a:tcPr>
                </a:tc>
                <a:tc>
                  <a:txBody>
                    <a:bodyPr/>
                    <a:p>
                      <a:pPr marL="0" lv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defRPr/>
                      </a:pPr>
                      <a:r>
                        <a:rPr lang="ru" sz="1200" b="0" i="0" u="none" strike="noStrike" cap="none" spc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Сформировано уведомление</a:t>
                      </a:r>
                      <a:endParaRPr sz="1200"/>
                    </a:p>
                  </a:txBody>
                  <a:tcPr marL="91424" marR="91424" marT="91424" marB="91424"/>
                </a:tc>
              </a:tr>
            </a:tbl>
          </a:graphicData>
        </a:graphic>
      </p:graphicFrame>
      <p:sp>
        <p:nvSpPr>
          <p:cNvPr id="1884009958" name="Google Shape;263;p44"/>
          <p:cNvSpPr txBox="1"/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2418433" name="Google Shape;276;p46"/>
          <p:cNvSpPr txBox="1"/>
          <p:nvPr>
            <p:ph type="title"/>
          </p:nvPr>
        </p:nvSpPr>
        <p:spPr bwMode="auto">
          <a:xfrm>
            <a:off x="457200" y="306435"/>
            <a:ext cx="6824400" cy="5274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/>
              <a:t>Выводы</a:t>
            </a:r>
            <a:endParaRPr/>
          </a:p>
        </p:txBody>
      </p:sp>
      <p:sp>
        <p:nvSpPr>
          <p:cNvPr id="712300571" name="Google Shape;278;p46"/>
          <p:cNvSpPr txBox="1"/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55142733" name=""/>
          <p:cNvSpPr txBox="1"/>
          <p:nvPr/>
        </p:nvSpPr>
        <p:spPr bwMode="auto">
          <a:xfrm flipH="0" flipV="0">
            <a:off x="723258" y="1248103"/>
            <a:ext cx="5874455" cy="233208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39821" indent="-239821">
              <a:lnSpc>
                <a:spcPct val="150000"/>
              </a:lnSpc>
              <a:buFont typeface="Arial"/>
              <a:buChar char="•"/>
              <a:defRPr/>
            </a:pPr>
            <a:r>
              <a:rPr lang="ru" sz="1400" b="0" i="0" u="none" strike="noStrike" cap="none" spc="0">
                <a:solidFill>
                  <a:schemeClr val="dk1"/>
                </a:solidFill>
                <a:latin typeface="Golos Text"/>
                <a:ea typeface="Golos Text"/>
                <a:cs typeface="Golos Text"/>
              </a:rPr>
              <a:t>Разработана функциональная модель АИС для компании «КредитСофт»</a:t>
            </a:r>
            <a:endParaRPr sz="1400" b="0" i="0" u="none" strike="noStrike" cap="none" spc="0">
              <a:solidFill>
                <a:schemeClr val="dk1"/>
              </a:solidFill>
              <a:latin typeface="Golos Text"/>
              <a:cs typeface="Golos Text"/>
            </a:endParaRPr>
          </a:p>
          <a:p>
            <a:pPr marL="239821" indent="-239821">
              <a:lnSpc>
                <a:spcPct val="150000"/>
              </a:lnSpc>
              <a:buFont typeface="Arial"/>
              <a:buChar char="•"/>
              <a:defRPr/>
            </a:pPr>
            <a:r>
              <a:rPr lang="ru" sz="1400" b="0" i="0" u="none" strike="noStrike" cap="none" spc="0">
                <a:solidFill>
                  <a:schemeClr val="dk1"/>
                </a:solidFill>
                <a:latin typeface="Golos Text"/>
                <a:ea typeface="Golos Text"/>
                <a:cs typeface="Golos Text"/>
              </a:rPr>
              <a:t>Определены основные процессы и потоки данных</a:t>
            </a:r>
            <a:endParaRPr sz="1400" b="0" i="0" u="none" strike="noStrike" cap="none" spc="0">
              <a:solidFill>
                <a:schemeClr val="dk1"/>
              </a:solidFill>
              <a:latin typeface="Golos Text"/>
              <a:cs typeface="Golos Text"/>
            </a:endParaRPr>
          </a:p>
          <a:p>
            <a:pPr marL="239821" indent="-239821">
              <a:lnSpc>
                <a:spcPct val="150000"/>
              </a:lnSpc>
              <a:buFont typeface="Arial"/>
              <a:buChar char="•"/>
              <a:defRPr/>
            </a:pPr>
            <a:r>
              <a:rPr lang="ru" sz="1400" b="0" i="0" u="none" strike="noStrike" cap="none" spc="0">
                <a:solidFill>
                  <a:schemeClr val="dk1"/>
                </a:solidFill>
                <a:latin typeface="Golos Text"/>
                <a:ea typeface="Golos Text"/>
                <a:cs typeface="Golos Text"/>
              </a:rPr>
              <a:t>Выполнена декомпозиция A-0 → A0</a:t>
            </a:r>
            <a:endParaRPr sz="1400" b="0" i="0" u="none" strike="noStrike" cap="none" spc="0">
              <a:solidFill>
                <a:schemeClr val="dk1"/>
              </a:solidFill>
              <a:latin typeface="Golos Text"/>
              <a:cs typeface="Golos Text"/>
            </a:endParaRPr>
          </a:p>
          <a:p>
            <a:pPr marL="239821" indent="-239821">
              <a:lnSpc>
                <a:spcPct val="150000"/>
              </a:lnSpc>
              <a:buFont typeface="Arial"/>
              <a:buChar char="•"/>
              <a:defRPr/>
            </a:pPr>
            <a:r>
              <a:rPr lang="ru" sz="1400" b="0" i="0" u="none" strike="noStrike" cap="none" spc="0">
                <a:solidFill>
                  <a:schemeClr val="dk1"/>
                </a:solidFill>
                <a:latin typeface="Golos Text"/>
                <a:ea typeface="Golos Text"/>
                <a:cs typeface="Golos Text"/>
              </a:rPr>
              <a:t>Обеспечена логическая согласованность модели</a:t>
            </a:r>
            <a:endParaRPr sz="1400" b="0" i="0" u="none" strike="noStrike" cap="none" spc="0">
              <a:solidFill>
                <a:schemeClr val="dk1"/>
              </a:solidFill>
              <a:latin typeface="Golos Text"/>
              <a:cs typeface="Golos Text"/>
            </a:endParaRPr>
          </a:p>
          <a:p>
            <a:pPr marL="239821" indent="-239821">
              <a:lnSpc>
                <a:spcPct val="150000"/>
              </a:lnSpc>
              <a:buFont typeface="Arial"/>
              <a:buChar char="•"/>
              <a:defRPr/>
            </a:pPr>
            <a:r>
              <a:rPr lang="ru" sz="1400" b="0" i="0" u="none" strike="noStrike" cap="none" spc="0">
                <a:solidFill>
                  <a:schemeClr val="dk1"/>
                </a:solidFill>
                <a:latin typeface="Golos Text"/>
                <a:ea typeface="Golos Text"/>
                <a:cs typeface="Golos Text"/>
              </a:rPr>
              <a:t>Предложенное решение автоматизирует контроль кредитных выплат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bg>
      <p:bgPr shadeToTitle="0">
        <a:blipFill>
          <a:blip r:embed="rId3">
            <a:alphaModFix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5100779" name="Google Shape;283;p47"/>
          <p:cNvSpPr txBox="1"/>
          <p:nvPr>
            <p:ph type="title"/>
          </p:nvPr>
        </p:nvSpPr>
        <p:spPr bwMode="auto">
          <a:xfrm>
            <a:off x="457200" y="1801813"/>
            <a:ext cx="8229600" cy="6207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los Text SemiBold"/>
              <a:buNone/>
              <a:defRPr/>
            </a:pPr>
            <a:r>
              <a:rPr lang="ru" sz="4400"/>
              <a:t>Спасибо</a:t>
            </a:r>
            <a:br>
              <a:rPr lang="ru" sz="4400"/>
            </a:br>
            <a:r>
              <a:rPr lang="ru" sz="4400"/>
              <a:t>за внимание!</a:t>
            </a:r>
            <a:endParaRPr sz="4400"/>
          </a:p>
        </p:txBody>
      </p:sp>
      <p:sp>
        <p:nvSpPr>
          <p:cNvPr id="1016449867" name="Google Shape;284;p47"/>
          <p:cNvSpPr txBox="1"/>
          <p:nvPr/>
        </p:nvSpPr>
        <p:spPr bwMode="auto">
          <a:xfrm>
            <a:off x="6517550" y="4343100"/>
            <a:ext cx="26265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2000">
                <a:solidFill>
                  <a:schemeClr val="lt1"/>
                </a:solidFill>
                <a:latin typeface="Golos Text"/>
                <a:ea typeface="Golos Text"/>
                <a:cs typeface="Golos Text"/>
              </a:rPr>
              <a:t>Обратная связь: </a:t>
            </a:r>
            <a:endParaRPr sz="2000">
              <a:solidFill>
                <a:schemeClr val="lt1"/>
              </a:solidFill>
              <a:latin typeface="Golos Text"/>
              <a:ea typeface="Golos Text"/>
              <a:cs typeface="Golos Text"/>
            </a:endParaRP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ru" sz="2000">
                <a:solidFill>
                  <a:schemeClr val="lt1"/>
                </a:solidFill>
                <a:latin typeface="Golos Text"/>
                <a:ea typeface="Golos Text"/>
                <a:cs typeface="Golos Text"/>
              </a:rPr>
              <a:t>@nikkita_m</a:t>
            </a:r>
            <a:endParaRPr sz="2000">
              <a:solidFill>
                <a:schemeClr val="lt1"/>
              </a:solidFill>
              <a:latin typeface="Golos Text"/>
              <a:ea typeface="Golos Text"/>
              <a:cs typeface="Golos Text"/>
            </a:endParaRPr>
          </a:p>
        </p:txBody>
      </p:sp>
      <p:sp>
        <p:nvSpPr>
          <p:cNvPr id="1578255609" name="Google Shape;285;p47"/>
          <p:cNvSpPr txBox="1"/>
          <p:nvPr>
            <p:ph type="sldNum" idx="12"/>
          </p:nvPr>
        </p:nvSpPr>
        <p:spPr bwMode="auto"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ru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_rels/theme3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3.xml><?xml version="1.0" encoding="utf-8"?>
<a:theme xmlns:a="http://schemas.openxmlformats.org/drawingml/2006/main" xmlns:r="http://schemas.openxmlformats.org/officeDocument/2006/relationships" xmlns:p="http://schemas.openxmlformats.org/presentationml/2006/main" name="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ONLYOFFICE/8.3.3.21</Application>
  <PresentationFormat>On-screen Show (4:3)</PresentationFormat>
  <Paragraphs>0</Paragraphs>
  <Slides>10</Slides>
  <Notes>10</Notes>
  <HiddenSlides>0</HiddenSlides>
  <MMClips>2</MMClips>
  <ScaleCrop>0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Theme 1</vt:lpstr>
      <vt:lpstr>Theme 2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</cp:coreProperties>
</file>